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2" r:id="rId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5820934227635783"/>
          <c:y val="9.5369021794132786E-2"/>
          <c:w val="0.79066413873235097"/>
          <c:h val="0.90771441017675558"/>
        </c:manualLayout>
      </c:layout>
      <c:radarChart>
        <c:radarStyle val="fill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NICE Actimize</c:v>
                </c:pt>
              </c:strCache>
            </c:strRef>
          </c:tx>
          <c:spPr>
            <a:solidFill>
              <a:schemeClr val="accent6">
                <a:alpha val="10196"/>
              </a:schemeClr>
            </a:solidFill>
            <a:ln w="50800">
              <a:solidFill>
                <a:schemeClr val="accent6">
                  <a:alpha val="30000"/>
                </a:schemeClr>
              </a:solidFill>
            </a:ln>
            <a:effectLst/>
          </c:spPr>
          <c:cat>
            <c:strRef>
              <c:f>Sheet1!$A$2:$A$4</c:f>
              <c:strCache>
                <c:ptCount val="3"/>
                <c:pt idx="0">
                  <c:v>LCB-FT</c:v>
                </c:pt>
                <c:pt idx="1">
                  <c:v>FRAUDE</c:v>
                </c:pt>
                <c:pt idx="2">
                  <c:v>ABUS DE MARCHE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</c:v>
                </c:pt>
                <c:pt idx="1">
                  <c:v>5</c:v>
                </c:pt>
                <c:pt idx="2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27E-47C7-BED3-B0301D59766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ChapsVision</c:v>
                </c:pt>
              </c:strCache>
            </c:strRef>
          </c:tx>
          <c:spPr>
            <a:solidFill>
              <a:schemeClr val="accent5">
                <a:alpha val="10196"/>
              </a:schemeClr>
            </a:solidFill>
            <a:ln w="50800">
              <a:solidFill>
                <a:schemeClr val="accent5">
                  <a:alpha val="30000"/>
                </a:schemeClr>
              </a:solidFill>
            </a:ln>
            <a:effectLst/>
          </c:spPr>
          <c:cat>
            <c:strRef>
              <c:f>Sheet1!$A$2:$A$4</c:f>
              <c:strCache>
                <c:ptCount val="3"/>
                <c:pt idx="0">
                  <c:v>LCB-FT</c:v>
                </c:pt>
                <c:pt idx="1">
                  <c:v>FRAUDE</c:v>
                </c:pt>
                <c:pt idx="2">
                  <c:v>ABUS DE MARCHE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4</c:v>
                </c:pt>
                <c:pt idx="1">
                  <c:v>4</c:v>
                </c:pt>
                <c:pt idx="2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27E-47C7-BED3-B0301D597664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Palantir</c:v>
                </c:pt>
              </c:strCache>
            </c:strRef>
          </c:tx>
          <c:spPr>
            <a:solidFill>
              <a:schemeClr val="accent4">
                <a:alpha val="10196"/>
              </a:schemeClr>
            </a:solidFill>
            <a:ln w="50800">
              <a:solidFill>
                <a:schemeClr val="accent4">
                  <a:alpha val="30000"/>
                </a:schemeClr>
              </a:solidFill>
            </a:ln>
            <a:effectLst/>
          </c:spPr>
          <c:cat>
            <c:strRef>
              <c:f>Sheet1!$A$2:$A$4</c:f>
              <c:strCache>
                <c:ptCount val="3"/>
                <c:pt idx="0">
                  <c:v>LCB-FT</c:v>
                </c:pt>
                <c:pt idx="1">
                  <c:v>FRAUDE</c:v>
                </c:pt>
                <c:pt idx="2">
                  <c:v>ABUS DE MARCHE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4</c:v>
                </c:pt>
                <c:pt idx="1">
                  <c:v>2</c:v>
                </c:pt>
                <c:pt idx="2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027E-47C7-BED3-B0301D597664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Oracle FCCM</c:v>
                </c:pt>
              </c:strCache>
            </c:strRef>
          </c:tx>
          <c:spPr>
            <a:solidFill>
              <a:schemeClr val="accent6">
                <a:lumMod val="60000"/>
                <a:alpha val="10196"/>
              </a:schemeClr>
            </a:solidFill>
            <a:ln w="50800">
              <a:solidFill>
                <a:schemeClr val="accent6">
                  <a:lumMod val="60000"/>
                  <a:alpha val="30000"/>
                </a:schemeClr>
              </a:solidFill>
            </a:ln>
            <a:effectLst/>
          </c:spPr>
          <c:cat>
            <c:strRef>
              <c:f>Sheet1!$A$2:$A$4</c:f>
              <c:strCache>
                <c:ptCount val="3"/>
                <c:pt idx="0">
                  <c:v>LCB-FT</c:v>
                </c:pt>
                <c:pt idx="1">
                  <c:v>FRAUDE</c:v>
                </c:pt>
                <c:pt idx="2">
                  <c:v>ABUS DE MARCHE</c:v>
                </c:pt>
              </c:strCache>
            </c: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4</c:v>
                </c:pt>
                <c:pt idx="1">
                  <c:v>4</c:v>
                </c:pt>
                <c:pt idx="2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027E-47C7-BED3-B0301D597664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Quantexa</c:v>
                </c:pt>
              </c:strCache>
            </c:strRef>
          </c:tx>
          <c:spPr>
            <a:solidFill>
              <a:schemeClr val="accent5">
                <a:lumMod val="60000"/>
                <a:alpha val="10196"/>
              </a:schemeClr>
            </a:solidFill>
            <a:ln w="50800">
              <a:solidFill>
                <a:schemeClr val="accent5">
                  <a:lumMod val="60000"/>
                  <a:alpha val="30000"/>
                </a:schemeClr>
              </a:solidFill>
            </a:ln>
            <a:effectLst/>
          </c:spPr>
          <c:cat>
            <c:strRef>
              <c:f>Sheet1!$A$2:$A$4</c:f>
              <c:strCache>
                <c:ptCount val="3"/>
                <c:pt idx="0">
                  <c:v>LCB-FT</c:v>
                </c:pt>
                <c:pt idx="1">
                  <c:v>FRAUDE</c:v>
                </c:pt>
                <c:pt idx="2">
                  <c:v>ABUS DE MARCHE</c:v>
                </c:pt>
              </c:strCache>
            </c:strRef>
          </c:cat>
          <c:val>
            <c:numRef>
              <c:f>Sheet1!$F$2:$F$4</c:f>
              <c:numCache>
                <c:formatCode>General</c:formatCode>
                <c:ptCount val="3"/>
                <c:pt idx="0">
                  <c:v>5</c:v>
                </c:pt>
                <c:pt idx="1">
                  <c:v>3</c:v>
                </c:pt>
                <c:pt idx="2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027E-47C7-BED3-B0301D597664}"/>
            </c:ext>
          </c:extLst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Sopra Banking Compliance</c:v>
                </c:pt>
              </c:strCache>
            </c:strRef>
          </c:tx>
          <c:spPr>
            <a:solidFill>
              <a:schemeClr val="accent4">
                <a:lumMod val="60000"/>
                <a:alpha val="10196"/>
              </a:schemeClr>
            </a:solidFill>
            <a:ln w="50800">
              <a:solidFill>
                <a:schemeClr val="accent4">
                  <a:lumMod val="60000"/>
                  <a:alpha val="30000"/>
                </a:schemeClr>
              </a:solidFill>
            </a:ln>
            <a:effectLst/>
          </c:spPr>
          <c:cat>
            <c:strRef>
              <c:f>Sheet1!$A$2:$A$4</c:f>
              <c:strCache>
                <c:ptCount val="3"/>
                <c:pt idx="0">
                  <c:v>LCB-FT</c:v>
                </c:pt>
                <c:pt idx="1">
                  <c:v>FRAUDE</c:v>
                </c:pt>
                <c:pt idx="2">
                  <c:v>ABUS DE MARCHE</c:v>
                </c:pt>
              </c:strCache>
            </c:strRef>
          </c:cat>
          <c:val>
            <c:numRef>
              <c:f>Sheet1!$G$2:$G$4</c:f>
              <c:numCache>
                <c:formatCode>General</c:formatCode>
                <c:ptCount val="3"/>
                <c:pt idx="0">
                  <c:v>4</c:v>
                </c:pt>
                <c:pt idx="1">
                  <c:v>3</c:v>
                </c:pt>
                <c:pt idx="2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027E-47C7-BED3-B0301D597664}"/>
            </c:ext>
          </c:extLst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Shift Technology</c:v>
                </c:pt>
              </c:strCache>
            </c:strRef>
          </c:tx>
          <c:spPr>
            <a:solidFill>
              <a:schemeClr val="accent6">
                <a:lumMod val="80000"/>
                <a:lumOff val="20000"/>
                <a:alpha val="10196"/>
              </a:schemeClr>
            </a:solidFill>
            <a:ln w="50800">
              <a:solidFill>
                <a:schemeClr val="accent6">
                  <a:lumMod val="80000"/>
                  <a:lumOff val="20000"/>
                  <a:alpha val="30000"/>
                </a:schemeClr>
              </a:solidFill>
            </a:ln>
            <a:effectLst/>
          </c:spPr>
          <c:cat>
            <c:strRef>
              <c:f>Sheet1!$A$2:$A$4</c:f>
              <c:strCache>
                <c:ptCount val="3"/>
                <c:pt idx="0">
                  <c:v>LCB-FT</c:v>
                </c:pt>
                <c:pt idx="1">
                  <c:v>FRAUDE</c:v>
                </c:pt>
                <c:pt idx="2">
                  <c:v>ABUS DE MARCHE</c:v>
                </c:pt>
              </c:strCache>
            </c:strRef>
          </c:cat>
          <c:val>
            <c:numRef>
              <c:f>Sheet1!$H$2:$H$4</c:f>
              <c:numCache>
                <c:formatCode>General</c:formatCode>
                <c:ptCount val="3"/>
                <c:pt idx="0">
                  <c:v>2</c:v>
                </c:pt>
                <c:pt idx="1">
                  <c:v>5</c:v>
                </c:pt>
                <c:pt idx="2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027E-47C7-BED3-B0301D597664}"/>
            </c:ext>
          </c:extLst>
        </c:ser>
        <c:ser>
          <c:idx val="7"/>
          <c:order val="7"/>
          <c:tx>
            <c:strRef>
              <c:f>Sheet1!$I$1</c:f>
              <c:strCache>
                <c:ptCount val="1"/>
                <c:pt idx="0">
                  <c:v>b-next</c:v>
                </c:pt>
              </c:strCache>
            </c:strRef>
          </c:tx>
          <c:spPr>
            <a:solidFill>
              <a:schemeClr val="accent5">
                <a:lumMod val="80000"/>
                <a:lumOff val="20000"/>
                <a:alpha val="10196"/>
              </a:schemeClr>
            </a:solidFill>
            <a:ln w="50800">
              <a:solidFill>
                <a:schemeClr val="accent5">
                  <a:lumMod val="80000"/>
                  <a:lumOff val="20000"/>
                  <a:alpha val="30000"/>
                </a:schemeClr>
              </a:solidFill>
            </a:ln>
            <a:effectLst/>
          </c:spPr>
          <c:cat>
            <c:strRef>
              <c:f>Sheet1!$A$2:$A$4</c:f>
              <c:strCache>
                <c:ptCount val="3"/>
                <c:pt idx="0">
                  <c:v>LCB-FT</c:v>
                </c:pt>
                <c:pt idx="1">
                  <c:v>FRAUDE</c:v>
                </c:pt>
                <c:pt idx="2">
                  <c:v>ABUS DE MARCHE</c:v>
                </c:pt>
              </c:strCache>
            </c:strRef>
          </c:cat>
          <c:val>
            <c:numRef>
              <c:f>Sheet1!$I$2:$I$4</c:f>
              <c:numCache>
                <c:formatCode>General</c:formatCode>
                <c:ptCount val="3"/>
                <c:pt idx="0">
                  <c:v>3</c:v>
                </c:pt>
                <c:pt idx="1">
                  <c:v>1</c:v>
                </c:pt>
                <c:pt idx="2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027E-47C7-BED3-B0301D59766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328859904"/>
        <c:axId val="328856064"/>
      </c:radarChart>
      <c:catAx>
        <c:axId val="32885990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dk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328856064"/>
        <c:crosses val="autoZero"/>
        <c:auto val="1"/>
        <c:lblAlgn val="ctr"/>
        <c:lblOffset val="100"/>
        <c:noMultiLvlLbl val="0"/>
      </c:catAx>
      <c:valAx>
        <c:axId val="32885606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dk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dk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32885990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8.4804381545457413E-2"/>
          <c:y val="0.77990213981158396"/>
          <c:w val="0.85504429519024172"/>
          <c:h val="0.22009786018841607"/>
        </c:manualLayout>
      </c:layout>
      <c:overlay val="1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dk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fr-F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100000">
          <a:schemeClr val="lt1">
            <a:lumMod val="95000"/>
          </a:schemeClr>
        </a:gs>
        <a:gs pos="43000">
          <a:schemeClr val="lt1"/>
        </a:gs>
      </a:gsLst>
      <a:path path="circle">
        <a:fillToRect l="50000" t="50000" r="50000" b="50000"/>
      </a:path>
      <a:tileRect/>
    </a:gradFill>
    <a:ln w="9525" cap="flat" cmpd="sng" algn="ctr">
      <a:solidFill>
        <a:schemeClr val="dk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fr-F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19">
  <cs:axisTitle>
    <cs:lnRef idx="0"/>
    <cs:fillRef idx="0"/>
    <cs:effectRef idx="0"/>
    <cs:fontRef idx="minor">
      <a:schemeClr val="dk1">
        <a:lumMod val="50000"/>
        <a:lumOff val="50000"/>
      </a:schemeClr>
    </cs:fontRef>
    <cs:defRPr sz="1197" b="1" kern="1200"/>
  </cs:axisTitle>
  <cs:categoryAxis>
    <cs:lnRef idx="0"/>
    <cs:fillRef idx="0"/>
    <cs:effectRef idx="0"/>
    <cs:fontRef idx="minor">
      <a:schemeClr val="dk1">
        <a:lumMod val="50000"/>
        <a:lumOff val="50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100000">
            <a:schemeClr val="lt1">
              <a:lumMod val="95000"/>
            </a:schemeClr>
          </a:gs>
          <a:gs pos="43000">
            <a:schemeClr val="lt1"/>
          </a:gs>
        </a:gsLst>
        <a:path path="circle">
          <a:fillToRect l="50000" t="50000" r="50000" b="50000"/>
        </a:path>
        <a:tileRect/>
      </a:gra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dk1">
        <a:lumMod val="50000"/>
        <a:lumOff val="50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dk1">
          <a:lumMod val="15000"/>
          <a:lumOff val="85000"/>
        </a:schemeClr>
      </a:solidFill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>
      <cs:styleClr val="auto"/>
    </cs:fillRef>
    <cs:effectRef idx="0"/>
    <cs:fontRef idx="minor">
      <a:schemeClr val="tx1"/>
    </cs:fontRef>
    <cs:spPr>
      <a:solidFill>
        <a:schemeClr val="phClr">
          <a:alpha val="10196"/>
        </a:schemeClr>
      </a:solidFill>
      <a:ln w="50800">
        <a:solidFill>
          <a:schemeClr val="phClr">
            <a:alpha val="30000"/>
          </a:schemeClr>
        </a:solidFill>
      </a:ln>
    </cs:spPr>
  </cs:dataPoint>
  <cs:dataPoint3D>
    <cs:lnRef idx="0">
      <cs:styleClr val="auto"/>
    </cs:lnRef>
    <cs:fillRef idx="0">
      <cs:styleClr val="auto"/>
    </cs:fillRef>
    <cs:effectRef idx="0"/>
    <cs:fontRef idx="minor">
      <a:schemeClr val="tx1"/>
    </cs:fontRef>
    <cs:spPr>
      <a:solidFill>
        <a:schemeClr val="phClr">
          <a:alpha val="10196"/>
        </a:schemeClr>
      </a:solidFill>
      <a:ln w="50800">
        <a:solidFill>
          <a:schemeClr val="phClr">
            <a:alpha val="30000"/>
          </a:schemeClr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50800" cap="rnd" cmpd="sng" algn="ctr">
        <a:solidFill>
          <a:schemeClr val="phClr">
            <a:alpha val="30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2700" cap="flat" cmpd="sng" algn="ctr">
        <a:solidFill>
          <a:schemeClr val="lt1"/>
        </a:solidFill>
        <a:round/>
      </a:ln>
    </cs:spPr>
  </cs:dataPointMarker>
  <cs:dataPointMarkerLayout symbol="circle" size="4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50000"/>
        <a:lumOff val="50000"/>
      </a:schemeClr>
    </cs:fontRef>
    <cs:spPr>
      <a:ln w="9525" cap="rnd">
        <a:solidFill>
          <a:schemeClr val="dk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>
        <a:solidFill>
          <a:schemeClr val="dk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>
        <a:solidFill>
          <a:schemeClr val="dk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tx1"/>
    </cs:fontRef>
    <cs:spPr>
      <a:ln w="9525">
        <a:solidFill>
          <a:schemeClr val="dk1">
            <a:lumMod val="50000"/>
            <a:lumOff val="50000"/>
          </a:schemeClr>
        </a:solidFill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dk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>
        <a:solidFill>
          <a:schemeClr val="dk1">
            <a:lumMod val="35000"/>
            <a:lumOff val="65000"/>
          </a:schemeClr>
        </a:solidFill>
      </a:ln>
    </cs:spPr>
  </cs:hiLoLine>
  <cs:leaderLine>
    <cs:lnRef idx="0"/>
    <cs:fillRef idx="0"/>
    <cs:effectRef idx="0"/>
    <cs:fontRef idx="minor">
      <a:schemeClr val="tx1"/>
    </cs:fontRef>
    <cs:spPr>
      <a:ln w="9525">
        <a:solidFill>
          <a:schemeClr val="dk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dk1">
        <a:lumMod val="50000"/>
        <a:lumOff val="50000"/>
      </a:schemeClr>
    </cs:fontRef>
    <cs:defRPr sz="1197" kern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>
        <a:solidFill>
          <a:schemeClr val="dk1">
            <a:lumMod val="15000"/>
            <a:lumOff val="85000"/>
          </a:schemeClr>
        </a:solidFill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>
        <a:solidFill>
          <a:schemeClr val="dk1">
            <a:lumMod val="35000"/>
            <a:lumOff val="65000"/>
          </a:schemeClr>
        </a:solidFill>
      </a:ln>
    </cs:spPr>
  </cs:seriesLine>
  <cs:title>
    <cs:lnRef idx="0"/>
    <cs:fillRef idx="0"/>
    <cs:effectRef idx="0"/>
    <cs:fontRef idx="minor">
      <a:schemeClr val="dk1">
        <a:lumMod val="50000"/>
        <a:lumOff val="50000"/>
      </a:schemeClr>
    </cs:fontRef>
    <cs:defRPr sz="2128" b="0" kern="1200" spc="70" baseline="0"/>
  </cs:title>
  <cs:trendline>
    <cs:lnRef idx="0">
      <cs:styleClr val="0"/>
    </cs:lnRef>
    <cs:fillRef idx="0"/>
    <cs:effectRef idx="0"/>
    <cs:fontRef idx="minor">
      <a:schemeClr val="tx1"/>
    </cs:fontRef>
    <cs:spPr>
      <a:ln w="63500" cap="rnd" cmpd="sng" algn="ctr">
        <a:solidFill>
          <a:schemeClr val="phClr">
            <a:alpha val="25000"/>
          </a:schemeClr>
        </a:solidFill>
        <a:round/>
      </a:ln>
    </cs:spPr>
  </cs:trendline>
  <cs:trendlineLabel>
    <cs:lnRef idx="0"/>
    <cs:fillRef idx="0"/>
    <cs:effectRef idx="0"/>
    <cs:fontRef idx="minor">
      <a:schemeClr val="dk1">
        <a:lumMod val="50000"/>
        <a:lumOff val="50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>
        <a:solidFill>
          <a:schemeClr val="dk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dk1">
        <a:lumMod val="50000"/>
        <a:lumOff val="50000"/>
      </a:schemeClr>
    </cs:fontRef>
    <cs:defRPr sz="1197" kern="1200"/>
  </cs:valueAxis>
  <cs:wall>
    <cs:lnRef idx="0"/>
    <cs:fillRef idx="0"/>
    <cs:effectRef idx="0"/>
    <cs:fontRef idx="minor">
      <a:schemeClr val="tx1"/>
    </cs:fontRef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527337-308F-EEC7-3470-FD2D93F3C3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9546390-87C4-46BC-77D0-619D58CDEC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FA5DCB-33DF-C49F-36D2-5ED5CFB29C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0E1D8-1C3F-410A-A82A-D02E49E2946E}" type="datetimeFigureOut">
              <a:rPr lang="fr-FR" smtClean="0"/>
              <a:t>17/06/2026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30B5B3-3FA8-E4A3-D5C7-59DE05311A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BAAC08-0392-322A-6061-F44F004790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BF01B-4CCB-4702-824B-95AA4D66311B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728020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90C8FB-A1E8-9A76-9941-48BD5FA456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7E98AA-7D79-F27F-C6DD-1F8A6C3CCE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D9CECC-9FFC-1F58-196F-AE08D0A2BB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0E1D8-1C3F-410A-A82A-D02E49E2946E}" type="datetimeFigureOut">
              <a:rPr lang="fr-FR" smtClean="0"/>
              <a:t>17/06/2026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D6368B-ED6A-7390-9BC9-8E9E902824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BD7F84-B8E4-0295-0EE0-384E55E19D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BF01B-4CCB-4702-824B-95AA4D66311B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582016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AB3007-1768-C4AA-86A1-B99E3D3552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09627C-DADD-0F07-96E5-CEB4C0BD58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3F3D10-B9BC-19FD-FF04-316930A1E6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0E1D8-1C3F-410A-A82A-D02E49E2946E}" type="datetimeFigureOut">
              <a:rPr lang="fr-FR" smtClean="0"/>
              <a:t>17/06/2026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1A1430-F907-12E2-6256-8136694322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55D511-F5DF-89AE-E970-76D03E47BF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BF01B-4CCB-4702-824B-95AA4D66311B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138215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33CC91-5841-2544-301A-0E3F462689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6DB0FB-EBAD-3741-066A-2B84B771AC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99990B-C4BC-A3C2-7EB3-0828033249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C6B64A-DBB5-478B-DFA2-236158A278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0E1D8-1C3F-410A-A82A-D02E49E2946E}" type="datetimeFigureOut">
              <a:rPr lang="fr-FR" smtClean="0"/>
              <a:t>17/06/2026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A62025-742E-1B10-9B17-02EF462304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624089-7C97-8C15-0BB5-96F2D25A39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BF01B-4CCB-4702-824B-95AA4D66311B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352318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1FD7DB-4496-3241-D617-D055668B17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F1AA2E-AC65-3557-7204-C0A3BC026D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7241C14-5F35-08DE-5491-55342F7EA2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C1D4E1C-7979-12CF-4B16-44CE2463EC0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EFB9DEA-953E-6DE2-5C6A-FBE9F59B5E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8907605-15A6-A4D5-CBD5-FFBA507CF8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0E1D8-1C3F-410A-A82A-D02E49E2946E}" type="datetimeFigureOut">
              <a:rPr lang="fr-FR" smtClean="0"/>
              <a:t>17/06/2026</a:t>
            </a:fld>
            <a:endParaRPr lang="fr-F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1BA8DE3-404B-5BC2-9B40-6DB56EFACB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B54150E-2721-4B92-937F-D0560D02EE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BF01B-4CCB-4702-824B-95AA4D66311B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828613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C1196F-BFF7-87C2-32EE-5135968B79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28D70AE-1030-9906-5BA7-F3174CA7D9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0E1D8-1C3F-410A-A82A-D02E49E2946E}" type="datetimeFigureOut">
              <a:rPr lang="fr-FR" smtClean="0"/>
              <a:t>17/06/2026</a:t>
            </a:fld>
            <a:endParaRPr lang="fr-F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07E1C69-CCDF-C436-9F71-F551C7AF73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7F4A94-2287-7513-6FD6-2926105030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BF01B-4CCB-4702-824B-95AA4D66311B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160268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C205EB4-7783-402F-0DD5-0505328D67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0E1D8-1C3F-410A-A82A-D02E49E2946E}" type="datetimeFigureOut">
              <a:rPr lang="fr-FR" smtClean="0"/>
              <a:t>17/06/2026</a:t>
            </a:fld>
            <a:endParaRPr lang="fr-F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8DD19C6-5197-101D-F8F9-DE7F23091D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B63A68-CD44-0076-B3DC-01C80A5030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BF01B-4CCB-4702-824B-95AA4D66311B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170309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F4D8E1-F865-1593-AB60-CE42CE5E87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27DEB0-0641-D761-33B4-082110387C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8B86A6-D0E5-6810-A8A9-3EF6E934D5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C57D23-81A6-23A3-EB18-D4F49EEF04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0E1D8-1C3F-410A-A82A-D02E49E2946E}" type="datetimeFigureOut">
              <a:rPr lang="fr-FR" smtClean="0"/>
              <a:t>17/06/2026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087ECE-4E01-DC66-910A-3CDE186C87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6DDD47-4B8A-5B16-12D9-DC4C76DE6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BF01B-4CCB-4702-824B-95AA4D66311B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317743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AD80D-DB42-3F49-1EB0-2C3E98EA08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743E54F-A5FD-CF6F-BF3F-65ECD2FE50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A008CC-9B38-0980-F011-2BB493D5E4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1BDD27-6578-6E8D-E3BB-0C4DE2A512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0E1D8-1C3F-410A-A82A-D02E49E2946E}" type="datetimeFigureOut">
              <a:rPr lang="fr-FR" smtClean="0"/>
              <a:t>17/06/2026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11C19C-ACFB-B55D-DCFD-53B218AF4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06EA0B-A7BB-0FC5-12D9-1095F928BD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BF01B-4CCB-4702-824B-95AA4D66311B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840003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97DE9B-C6E6-B2CF-B825-45CECB75BF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CD033A4-3AA2-8FCF-D361-D22FC055FB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AA6E0E-3B5E-A54A-8C03-76F399D5C1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0E1D8-1C3F-410A-A82A-D02E49E2946E}" type="datetimeFigureOut">
              <a:rPr lang="fr-FR" smtClean="0"/>
              <a:t>17/06/2026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A00A23-37FD-8B1C-2D87-5D8011F637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8E3E75-F12A-8930-BB59-0BE57157AA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BF01B-4CCB-4702-824B-95AA4D66311B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002670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193DA5D-35BF-74A6-CF14-3C4413AF608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3107223-99B2-BCC4-0696-F7FF3BCBE2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5072E2-F3F3-07D3-BC55-B496B7C732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0E1D8-1C3F-410A-A82A-D02E49E2946E}" type="datetimeFigureOut">
              <a:rPr lang="fr-FR" smtClean="0"/>
              <a:t>17/06/2026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0B8C7C-72A5-EECB-C0A3-D0361742F3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0752B7-633E-7EBB-1F06-C8DB175C87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BF01B-4CCB-4702-824B-95AA4D66311B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6336400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Long Headline-subtitle and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A363034-F9EC-4A95-91E0-2E8019749311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400F004-21B1-0627-39B3-2611E0E1E463}"/>
              </a:ext>
            </a:extLst>
          </p:cNvPr>
          <p:cNvSpPr/>
          <p:nvPr userDrawn="1"/>
        </p:nvSpPr>
        <p:spPr>
          <a:xfrm>
            <a:off x="0" y="0"/>
            <a:ext cx="12192000" cy="201168"/>
          </a:xfrm>
          <a:prstGeom prst="rect">
            <a:avLst/>
          </a:prstGeom>
          <a:gradFill>
            <a:gsLst>
              <a:gs pos="0">
                <a:srgbClr val="82F5D3"/>
              </a:gs>
              <a:gs pos="25000">
                <a:srgbClr val="87D1DA"/>
              </a:gs>
              <a:gs pos="75000">
                <a:srgbClr val="917CE8"/>
              </a:gs>
              <a:gs pos="49000">
                <a:srgbClr val="8DA5E2"/>
              </a:gs>
              <a:gs pos="100000">
                <a:srgbClr val="9C25F9"/>
              </a:gs>
            </a:gsLst>
            <a:lin ang="3000000" scaled="0"/>
          </a:gradFill>
        </p:spPr>
        <p:txBody>
          <a:bodyPr vert="horz" lIns="0" tIns="0" rIns="0" bIns="0" rtlCol="0" anchor="t">
            <a:noAutofit/>
          </a:bodyPr>
          <a:lstStyle/>
          <a:p>
            <a:pPr>
              <a:lnSpc>
                <a:spcPct val="80000"/>
              </a:lnSpc>
              <a:spcBef>
                <a:spcPct val="0"/>
              </a:spcBef>
            </a:pPr>
            <a:endParaRPr lang="en-US" sz="3600" b="1" err="1">
              <a:noFill/>
              <a:latin typeface="Graphik-Semibold" panose="020B0503030202060203" pitchFamily="34" charset="77"/>
              <a:ea typeface="+mj-ea"/>
              <a:cs typeface="+mj-cs"/>
            </a:endParaRP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CA7BAD11-2FE2-D47B-3D3B-A188DA71144F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380998" y="349254"/>
            <a:ext cx="11430000" cy="338554"/>
          </a:xfrm>
          <a:prstGeom prst="rect">
            <a:avLst/>
          </a:prstGeom>
        </p:spPr>
        <p:txBody>
          <a:bodyPr vert="horz" lIns="0" tIns="91440" rIns="0" bIns="0" rtlCol="0">
            <a:spAutoFit/>
          </a:bodyPr>
          <a:lstStyle>
            <a:lvl1pPr marL="0" indent="0">
              <a:buNone/>
              <a:defRPr sz="1600" b="0" i="0">
                <a:latin typeface="Graphik-Medium" panose="020B0603030202060203" pitchFamily="34" charset="0"/>
              </a:defRPr>
            </a:lvl1pPr>
          </a:lstStyle>
          <a:p>
            <a:pPr lvl="0"/>
            <a:r>
              <a:rPr lang="en-US"/>
              <a:t>Place subhead here (20pt, min 16pt)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20CB844A-867F-CD8D-4D86-9D65484CD6A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81000" y="1741790"/>
            <a:ext cx="11430000" cy="384048"/>
          </a:xfrm>
          <a:prstGeom prst="rect">
            <a:avLst/>
          </a:prstGeom>
        </p:spPr>
        <p:txBody>
          <a:bodyPr/>
          <a:lstStyle/>
          <a:p>
            <a:r>
              <a:rPr lang="en-GB" sz="2400">
                <a:solidFill>
                  <a:srgbClr val="8DA5E2"/>
                </a:solidFill>
                <a:latin typeface="Graphik-Light" panose="020B0403030202060203" pitchFamily="34" charset="77"/>
              </a:rPr>
              <a:t>Place subtitle here in GT Sectra Fine </a:t>
            </a:r>
            <a:r>
              <a:rPr lang="en-GB" sz="2400" err="1">
                <a:solidFill>
                  <a:srgbClr val="8DA5E2"/>
                </a:solidFill>
                <a:latin typeface="Graphik-Light" panose="020B0403030202060203" pitchFamily="34" charset="77"/>
              </a:rPr>
              <a:t>Rg</a:t>
            </a:r>
            <a:r>
              <a:rPr lang="en-GB" sz="2400">
                <a:solidFill>
                  <a:srgbClr val="8DA5E2"/>
                </a:solidFill>
                <a:latin typeface="Graphik-Light" panose="020B0403030202060203" pitchFamily="34" charset="77"/>
              </a:rPr>
              <a:t> 24pt</a:t>
            </a:r>
            <a:endParaRPr lang="en-US" sz="2400">
              <a:solidFill>
                <a:srgbClr val="8DA5E2"/>
              </a:solidFill>
              <a:latin typeface="Graphik-Light" panose="020B0403030202060203" pitchFamily="34" charset="77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725619D1-203D-8A47-2EC1-EC5EBC9F26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999" y="1044504"/>
            <a:ext cx="11429999" cy="798830"/>
          </a:xfrm>
          <a:prstGeom prst="rect">
            <a:avLst/>
          </a:prstGeom>
        </p:spPr>
        <p:txBody>
          <a:bodyPr/>
          <a:lstStyle/>
          <a:p>
            <a:r>
              <a:rPr lang="en-GB">
                <a:gradFill>
                  <a:gsLst>
                    <a:gs pos="0">
                      <a:srgbClr val="82F5D3"/>
                    </a:gs>
                    <a:gs pos="25000">
                      <a:srgbClr val="87D1DA"/>
                    </a:gs>
                    <a:gs pos="75000">
                      <a:srgbClr val="917CE8"/>
                    </a:gs>
                    <a:gs pos="49000">
                      <a:srgbClr val="8DA5E2"/>
                    </a:gs>
                    <a:gs pos="100000">
                      <a:srgbClr val="9C25F9"/>
                    </a:gs>
                  </a:gsLst>
                  <a:lin ang="3000000" scaled="0"/>
                </a:gradFill>
                <a:latin typeface="Graphik-SemiboldItalic" panose="020B0503030202060203" pitchFamily="34" charset="77"/>
              </a:rPr>
              <a:t>Place headline here (36pt, min 30pt)</a:t>
            </a:r>
            <a:endParaRPr lang="en-US">
              <a:gradFill>
                <a:gsLst>
                  <a:gs pos="0">
                    <a:srgbClr val="82F5D3"/>
                  </a:gs>
                  <a:gs pos="25000">
                    <a:srgbClr val="87D1DA"/>
                  </a:gs>
                  <a:gs pos="75000">
                    <a:srgbClr val="917CE8"/>
                  </a:gs>
                  <a:gs pos="49000">
                    <a:srgbClr val="8DA5E2"/>
                  </a:gs>
                  <a:gs pos="100000">
                    <a:srgbClr val="9C25F9"/>
                  </a:gs>
                </a:gsLst>
                <a:lin ang="3000000" scaled="0"/>
              </a:gradFill>
              <a:latin typeface="Graphik-SemiboldItalic" panose="020B050303020206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41800538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32">
          <p15:clr>
            <a:srgbClr val="547EBF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9830D4F-E286-FE7E-D190-F2436769B2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4F7EA1-F9A6-4DE7-CE2C-2DDEDCAD84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9FE43C-7492-80DF-3C99-05015EF045B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580E1D8-1C3F-410A-A82A-D02E49E2946E}" type="datetimeFigureOut">
              <a:rPr lang="fr-FR" smtClean="0"/>
              <a:t>17/06/2026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4D0409-E8D6-9E82-0607-8E6B73F5A5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F862E3-A2D1-59A3-BBD9-416F2380A1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0BF01B-4CCB-4702-824B-95AA4D66311B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467488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62425F-AF5E-F651-9CEA-3EB9C6D029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65268D-FD52-C69E-E081-9ED26812FC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1256" y="362152"/>
            <a:ext cx="11590045" cy="548136"/>
          </a:xfrm>
        </p:spPr>
        <p:txBody>
          <a:bodyPr>
            <a:normAutofit fontScale="90000"/>
          </a:bodyPr>
          <a:lstStyle/>
          <a:p>
            <a:r>
              <a:rPr lang="fr-FR" sz="2800">
                <a:solidFill>
                  <a:schemeClr val="accent2"/>
                </a:solidFill>
                <a:latin typeface="Graphik Black" panose="020B0A03030202060203" pitchFamily="34" charset="0"/>
                <a:cs typeface="Arial"/>
              </a:rPr>
              <a:t>Des experts outils sur les 3 dimensions de la délinquance financière</a:t>
            </a:r>
            <a:endParaRPr lang="en-US" sz="2800">
              <a:solidFill>
                <a:schemeClr val="accent2"/>
              </a:solidFill>
              <a:latin typeface="Graphik Black" panose="020B0A03030202060203" pitchFamily="34" charset="0"/>
              <a:cs typeface="Arial"/>
            </a:endParaRPr>
          </a:p>
        </p:txBody>
      </p:sp>
      <p:graphicFrame>
        <p:nvGraphicFramePr>
          <p:cNvPr id="215" name="Table 214">
            <a:extLst>
              <a:ext uri="{FF2B5EF4-FFF2-40B4-BE49-F238E27FC236}">
                <a16:creationId xmlns:a16="http://schemas.microsoft.com/office/drawing/2014/main" id="{9DFF712D-6D6B-81F4-B2B5-176FDDE546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904990"/>
              </p:ext>
            </p:extLst>
          </p:nvPr>
        </p:nvGraphicFramePr>
        <p:xfrm>
          <a:off x="5797993" y="1264525"/>
          <a:ext cx="6053308" cy="23408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73798">
                  <a:extLst>
                    <a:ext uri="{9D8B030D-6E8A-4147-A177-3AD203B41FA5}">
                      <a16:colId xmlns:a16="http://schemas.microsoft.com/office/drawing/2014/main" val="494668633"/>
                    </a:ext>
                  </a:extLst>
                </a:gridCol>
                <a:gridCol w="1160449">
                  <a:extLst>
                    <a:ext uri="{9D8B030D-6E8A-4147-A177-3AD203B41FA5}">
                      <a16:colId xmlns:a16="http://schemas.microsoft.com/office/drawing/2014/main" val="324998321"/>
                    </a:ext>
                  </a:extLst>
                </a:gridCol>
                <a:gridCol w="1305734">
                  <a:extLst>
                    <a:ext uri="{9D8B030D-6E8A-4147-A177-3AD203B41FA5}">
                      <a16:colId xmlns:a16="http://schemas.microsoft.com/office/drawing/2014/main" val="1126949301"/>
                    </a:ext>
                  </a:extLst>
                </a:gridCol>
                <a:gridCol w="1513327">
                  <a:extLst>
                    <a:ext uri="{9D8B030D-6E8A-4147-A177-3AD203B41FA5}">
                      <a16:colId xmlns:a16="http://schemas.microsoft.com/office/drawing/2014/main" val="3911478351"/>
                    </a:ext>
                  </a:extLst>
                </a:gridCol>
              </a:tblGrid>
              <a:tr h="185420">
                <a:tc>
                  <a:txBody>
                    <a:bodyPr/>
                    <a:lstStyle/>
                    <a:p>
                      <a:endParaRPr lang="fr-FR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b="0">
                          <a:solidFill>
                            <a:schemeClr val="tx1"/>
                          </a:solidFill>
                          <a:latin typeface="+mj-lt"/>
                        </a:rPr>
                        <a:t>LCB-FT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b="0">
                          <a:solidFill>
                            <a:schemeClr val="tx1"/>
                          </a:solidFill>
                          <a:latin typeface="+mj-lt"/>
                        </a:rPr>
                        <a:t>FRAUDE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b="0">
                          <a:solidFill>
                            <a:schemeClr val="tx1"/>
                          </a:solidFill>
                          <a:latin typeface="+mj-lt"/>
                        </a:rPr>
                        <a:t>ABUS DE MARCHE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2958093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r>
                        <a:rPr lang="fr-FR" sz="1100" b="1">
                          <a:latin typeface="+mj-lt"/>
                        </a:rPr>
                        <a:t>NICE Actimize</a:t>
                      </a:r>
                      <a:endParaRPr lang="fr-FR" sz="1100" b="1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6581890"/>
                  </a:ext>
                </a:extLst>
              </a:tr>
              <a:tr h="268219">
                <a:tc>
                  <a:txBody>
                    <a:bodyPr/>
                    <a:lstStyle/>
                    <a:p>
                      <a:r>
                        <a:rPr lang="fr-FR" sz="1100" b="1">
                          <a:solidFill>
                            <a:schemeClr val="tx1"/>
                          </a:solidFill>
                          <a:latin typeface="+mj-lt"/>
                        </a:rPr>
                        <a:t>ChapsVision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0855769"/>
                  </a:ext>
                </a:extLst>
              </a:tr>
              <a:tr h="232834">
                <a:tc>
                  <a:txBody>
                    <a:bodyPr/>
                    <a:lstStyle/>
                    <a:p>
                      <a:r>
                        <a:rPr lang="fr-FR" sz="1100" b="1">
                          <a:latin typeface="+mj-lt"/>
                        </a:rPr>
                        <a:t>Palantir</a:t>
                      </a:r>
                      <a:endParaRPr lang="fr-FR" sz="1100" b="1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5174190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r>
                        <a:rPr lang="fr-FR" sz="1100" b="1">
                          <a:latin typeface="+mj-lt"/>
                        </a:rPr>
                        <a:t>Oracle FCCM</a:t>
                      </a:r>
                      <a:endParaRPr lang="fr-FR" sz="1100" b="1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4703788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r>
                        <a:rPr lang="fr-FR" sz="1100" b="1">
                          <a:solidFill>
                            <a:schemeClr val="tx1"/>
                          </a:solidFill>
                          <a:latin typeface="+mj-lt"/>
                        </a:rPr>
                        <a:t>Quantexa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8422176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r>
                        <a:rPr lang="fr-FR" sz="1100" b="1">
                          <a:solidFill>
                            <a:schemeClr val="tx1"/>
                          </a:solidFill>
                          <a:latin typeface="+mj-lt"/>
                        </a:rPr>
                        <a:t>Sopra Banking Compliance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5772103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r>
                        <a:rPr lang="fr-FR" sz="1100" b="1">
                          <a:solidFill>
                            <a:schemeClr val="tx1"/>
                          </a:solidFill>
                          <a:latin typeface="+mj-lt"/>
                        </a:rPr>
                        <a:t>Shift Technology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5511339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r>
                        <a:rPr lang="fr-FR" sz="1100" b="1">
                          <a:solidFill>
                            <a:schemeClr val="tx1"/>
                          </a:solidFill>
                          <a:latin typeface="+mj-lt"/>
                        </a:rPr>
                        <a:t>b-next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0812313"/>
                  </a:ext>
                </a:extLst>
              </a:tr>
            </a:tbl>
          </a:graphicData>
        </a:graphic>
      </p:graphicFrame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76F5992-7535-E70F-E3F4-F0CD449F88EE}"/>
              </a:ext>
            </a:extLst>
          </p:cNvPr>
          <p:cNvSpPr/>
          <p:nvPr/>
        </p:nvSpPr>
        <p:spPr>
          <a:xfrm>
            <a:off x="6991672" y="2159370"/>
            <a:ext cx="665988" cy="150460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r>
              <a:rPr lang="fr-FR" sz="700">
                <a:solidFill>
                  <a:schemeClr val="accent2"/>
                </a:solidFill>
              </a:rPr>
              <a:t>MONDIAL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76D7904-E1CA-144D-51C3-9C639C0CA0D6}"/>
              </a:ext>
            </a:extLst>
          </p:cNvPr>
          <p:cNvSpPr/>
          <p:nvPr/>
        </p:nvSpPr>
        <p:spPr>
          <a:xfrm>
            <a:off x="6399598" y="3959621"/>
            <a:ext cx="360000" cy="150460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r>
              <a:rPr lang="fr-FR" sz="700">
                <a:solidFill>
                  <a:schemeClr val="accent2"/>
                </a:solidFill>
              </a:rPr>
              <a:t>DE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6DCD3A72-0799-9064-53F1-20E34228455B}"/>
              </a:ext>
            </a:extLst>
          </p:cNvPr>
          <p:cNvGrpSpPr/>
          <p:nvPr/>
        </p:nvGrpSpPr>
        <p:grpSpPr>
          <a:xfrm>
            <a:off x="8147687" y="2165360"/>
            <a:ext cx="676960" cy="108000"/>
            <a:chOff x="7633360" y="2143775"/>
            <a:chExt cx="676960" cy="108000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9408903B-D8FC-5DC8-1CC3-5BD28237982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633360" y="2143775"/>
              <a:ext cx="108000" cy="108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fr-FR" err="1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9456DF0D-98E2-377D-4EAB-FD04E2B898F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775600" y="2143775"/>
              <a:ext cx="108000" cy="108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fr-FR" err="1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FBE46C20-6E32-1D1B-4DF6-8D2BC5394FC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917840" y="2143775"/>
              <a:ext cx="108000" cy="108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fr-FR" err="1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C7A9D958-8C20-E590-76F8-81FA344F684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060080" y="2143775"/>
              <a:ext cx="108000" cy="108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fr-FR" err="1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2DF5F511-B8A3-30FE-F648-2DDD2B490BB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202320" y="2143775"/>
              <a:ext cx="108000" cy="108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fr-FR" err="1"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CBAB7492-F670-8E1E-63A8-9B156553D580}"/>
              </a:ext>
            </a:extLst>
          </p:cNvPr>
          <p:cNvGrpSpPr/>
          <p:nvPr/>
        </p:nvGrpSpPr>
        <p:grpSpPr>
          <a:xfrm>
            <a:off x="8147687" y="2433944"/>
            <a:ext cx="676960" cy="108000"/>
            <a:chOff x="7633360" y="2143775"/>
            <a:chExt cx="676960" cy="108000"/>
          </a:xfrm>
        </p:grpSpPr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096F3608-3870-7D94-B247-6198316802D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633360" y="2143775"/>
              <a:ext cx="108000" cy="108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fr-FR" err="1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A8AA90E0-3810-971B-7A7A-4CC9852EDD2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775600" y="2143775"/>
              <a:ext cx="108000" cy="108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fr-FR" err="1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297869BB-1C5A-66AE-B319-AD1071133D2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917840" y="2143775"/>
              <a:ext cx="108000" cy="108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fr-FR" err="1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8F8A6CEF-848A-602E-3166-4EB39FBFAD3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060080" y="2143775"/>
              <a:ext cx="108000" cy="108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fr-FR" err="1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F6765FB4-BE6D-98B7-CD96-C6E632EED08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202320" y="2143775"/>
              <a:ext cx="108000" cy="1080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fr-FR" err="1"/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BC05455D-F6AD-FED1-1004-E6D4A930843D}"/>
              </a:ext>
            </a:extLst>
          </p:cNvPr>
          <p:cNvGrpSpPr/>
          <p:nvPr/>
        </p:nvGrpSpPr>
        <p:grpSpPr>
          <a:xfrm>
            <a:off x="8147687" y="2702528"/>
            <a:ext cx="676960" cy="108000"/>
            <a:chOff x="7633360" y="2143775"/>
            <a:chExt cx="676960" cy="108000"/>
          </a:xfrm>
        </p:grpSpPr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5CD4EED3-8FDD-A6F1-C5E9-2B5C1DE953B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633360" y="2143775"/>
              <a:ext cx="108000" cy="108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fr-FR" err="1"/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9477365C-F124-0C9E-BDB4-C4DCA24B3F4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775600" y="2143775"/>
              <a:ext cx="108000" cy="108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fr-FR" err="1"/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ADAB4FB2-D5C0-C555-C8C2-9842A7058FB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917840" y="2143775"/>
              <a:ext cx="108000" cy="108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fr-FR" err="1"/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783BD538-EACC-1BF8-0CAB-76C421A907B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060080" y="2143775"/>
              <a:ext cx="108000" cy="108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fr-FR" err="1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FDD063D3-69F9-44C2-5CFE-1ABFCC99618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202320" y="2143775"/>
              <a:ext cx="108000" cy="1080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fr-FR" err="1"/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25A7F79D-94FE-9D3F-1267-53DAA0ED2BA2}"/>
              </a:ext>
            </a:extLst>
          </p:cNvPr>
          <p:cNvGrpSpPr/>
          <p:nvPr/>
        </p:nvGrpSpPr>
        <p:grpSpPr>
          <a:xfrm>
            <a:off x="8147687" y="2971112"/>
            <a:ext cx="676960" cy="108000"/>
            <a:chOff x="7633360" y="2143775"/>
            <a:chExt cx="676960" cy="108000"/>
          </a:xfrm>
        </p:grpSpPr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6B8186CE-93B6-8C45-1A82-07E1C3F9197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633360" y="2143775"/>
              <a:ext cx="108000" cy="108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fr-FR" err="1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8D903568-67CB-5BCF-22FC-D628CDFAEF4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775600" y="2143775"/>
              <a:ext cx="108000" cy="108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fr-FR" err="1"/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281B8D22-5AFA-BA96-F43E-5B31C466373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917840" y="2143775"/>
              <a:ext cx="108000" cy="108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fr-FR" err="1"/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EE5FFA7B-738C-48CE-E69B-D39A0D3EFD8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060080" y="2143775"/>
              <a:ext cx="108000" cy="108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fr-FR" err="1"/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74F63A65-8F8E-A30A-722D-0DD1AFA0104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202320" y="2143775"/>
              <a:ext cx="108000" cy="1080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fr-FR" err="1"/>
            </a:p>
          </p:txBody>
        </p: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FDD2138C-D62F-3EC0-E7CA-A85738BBDE6D}"/>
              </a:ext>
            </a:extLst>
          </p:cNvPr>
          <p:cNvGrpSpPr/>
          <p:nvPr/>
        </p:nvGrpSpPr>
        <p:grpSpPr>
          <a:xfrm>
            <a:off x="8144729" y="3239696"/>
            <a:ext cx="676960" cy="108000"/>
            <a:chOff x="7633360" y="2143775"/>
            <a:chExt cx="676960" cy="108000"/>
          </a:xfrm>
        </p:grpSpPr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6B5F2125-F71D-B2C2-FBBA-0B85B4F110B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633360" y="2143775"/>
              <a:ext cx="108000" cy="108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fr-FR" err="1"/>
            </a:p>
          </p:txBody>
        </p: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CA4D1B5D-46DF-2837-E62B-BA5B994D1AA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775600" y="2143775"/>
              <a:ext cx="108000" cy="108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fr-FR" err="1"/>
            </a:p>
          </p:txBody>
        </p:sp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360D30CE-B64A-16B3-3BAE-F7AB02E84D7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917840" y="2143775"/>
              <a:ext cx="108000" cy="108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fr-FR" err="1"/>
            </a:p>
          </p:txBody>
        </p:sp>
        <p:sp>
          <p:nvSpPr>
            <p:cNvPr id="66" name="Oval 65">
              <a:extLst>
                <a:ext uri="{FF2B5EF4-FFF2-40B4-BE49-F238E27FC236}">
                  <a16:creationId xmlns:a16="http://schemas.microsoft.com/office/drawing/2014/main" id="{0DFFE530-1E45-4CBF-3F98-D7EEB58A9CB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060080" y="2143775"/>
              <a:ext cx="108000" cy="108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fr-FR" err="1"/>
            </a:p>
          </p:txBody>
        </p: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5D4A2323-A244-215B-A38E-E4A885942FA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202320" y="2143775"/>
              <a:ext cx="108000" cy="108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fr-FR" err="1"/>
            </a:p>
          </p:txBody>
        </p:sp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648C6CA8-8B51-629A-1C4D-BDC89ED5408B}"/>
              </a:ext>
            </a:extLst>
          </p:cNvPr>
          <p:cNvGrpSpPr/>
          <p:nvPr/>
        </p:nvGrpSpPr>
        <p:grpSpPr>
          <a:xfrm>
            <a:off x="8147687" y="3456304"/>
            <a:ext cx="676960" cy="108000"/>
            <a:chOff x="7633360" y="2143775"/>
            <a:chExt cx="676960" cy="108000"/>
          </a:xfrm>
        </p:grpSpPr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F2BF4983-5982-B472-4BB3-F3D159CC00D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633360" y="2143775"/>
              <a:ext cx="108000" cy="108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fr-FR" err="1"/>
            </a:p>
          </p:txBody>
        </p:sp>
        <p:sp>
          <p:nvSpPr>
            <p:cNvPr id="76" name="Oval 75">
              <a:extLst>
                <a:ext uri="{FF2B5EF4-FFF2-40B4-BE49-F238E27FC236}">
                  <a16:creationId xmlns:a16="http://schemas.microsoft.com/office/drawing/2014/main" id="{EF55BAE7-B172-BBA8-2572-8D0AE9CB9CC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775600" y="2143775"/>
              <a:ext cx="108000" cy="108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fr-FR" err="1"/>
            </a:p>
          </p:txBody>
        </p:sp>
        <p:sp>
          <p:nvSpPr>
            <p:cNvPr id="77" name="Oval 76">
              <a:extLst>
                <a:ext uri="{FF2B5EF4-FFF2-40B4-BE49-F238E27FC236}">
                  <a16:creationId xmlns:a16="http://schemas.microsoft.com/office/drawing/2014/main" id="{855DC221-70FE-D2BD-6FB0-5FA6F37845B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917840" y="2143775"/>
              <a:ext cx="108000" cy="108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fr-FR" err="1"/>
            </a:p>
          </p:txBody>
        </p:sp>
        <p:sp>
          <p:nvSpPr>
            <p:cNvPr id="78" name="Oval 77">
              <a:extLst>
                <a:ext uri="{FF2B5EF4-FFF2-40B4-BE49-F238E27FC236}">
                  <a16:creationId xmlns:a16="http://schemas.microsoft.com/office/drawing/2014/main" id="{9BCAD22E-BC7D-62F4-8DA3-10F9F57D79E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060080" y="2143775"/>
              <a:ext cx="108000" cy="108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fr-FR" err="1"/>
            </a:p>
          </p:txBody>
        </p:sp>
        <p:sp>
          <p:nvSpPr>
            <p:cNvPr id="79" name="Oval 78">
              <a:extLst>
                <a:ext uri="{FF2B5EF4-FFF2-40B4-BE49-F238E27FC236}">
                  <a16:creationId xmlns:a16="http://schemas.microsoft.com/office/drawing/2014/main" id="{C055013F-CDEB-F918-0F74-A066FB23C1B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202320" y="2143775"/>
              <a:ext cx="108000" cy="1080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fr-FR" err="1"/>
            </a:p>
          </p:txBody>
        </p:sp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C90630E2-3C30-E2A7-7545-FBA1E4E616AA}"/>
              </a:ext>
            </a:extLst>
          </p:cNvPr>
          <p:cNvGrpSpPr/>
          <p:nvPr/>
        </p:nvGrpSpPr>
        <p:grpSpPr>
          <a:xfrm>
            <a:off x="8147687" y="3724888"/>
            <a:ext cx="676960" cy="108000"/>
            <a:chOff x="7633360" y="2143775"/>
            <a:chExt cx="676960" cy="108000"/>
          </a:xfrm>
        </p:grpSpPr>
        <p:sp>
          <p:nvSpPr>
            <p:cNvPr id="81" name="Oval 80">
              <a:extLst>
                <a:ext uri="{FF2B5EF4-FFF2-40B4-BE49-F238E27FC236}">
                  <a16:creationId xmlns:a16="http://schemas.microsoft.com/office/drawing/2014/main" id="{93219E52-DD2E-B449-1BEA-E76A776B569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633360" y="2143775"/>
              <a:ext cx="108000" cy="108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fr-FR" err="1"/>
            </a:p>
          </p:txBody>
        </p:sp>
        <p:sp>
          <p:nvSpPr>
            <p:cNvPr id="82" name="Oval 81">
              <a:extLst>
                <a:ext uri="{FF2B5EF4-FFF2-40B4-BE49-F238E27FC236}">
                  <a16:creationId xmlns:a16="http://schemas.microsoft.com/office/drawing/2014/main" id="{3F46DEEA-6523-E562-138D-9785800EB93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775600" y="2143775"/>
              <a:ext cx="108000" cy="108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fr-FR" err="1"/>
            </a:p>
          </p:txBody>
        </p:sp>
        <p:sp>
          <p:nvSpPr>
            <p:cNvPr id="83" name="Oval 82">
              <a:extLst>
                <a:ext uri="{FF2B5EF4-FFF2-40B4-BE49-F238E27FC236}">
                  <a16:creationId xmlns:a16="http://schemas.microsoft.com/office/drawing/2014/main" id="{D86E2BE7-508C-F08A-3F59-BE410D8019F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917840" y="2143775"/>
              <a:ext cx="108000" cy="1080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fr-FR" err="1"/>
            </a:p>
          </p:txBody>
        </p:sp>
        <p:sp>
          <p:nvSpPr>
            <p:cNvPr id="84" name="Oval 83">
              <a:extLst>
                <a:ext uri="{FF2B5EF4-FFF2-40B4-BE49-F238E27FC236}">
                  <a16:creationId xmlns:a16="http://schemas.microsoft.com/office/drawing/2014/main" id="{70E84D15-978F-1AD3-6764-426A2D29CA0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060080" y="2143775"/>
              <a:ext cx="108000" cy="1080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fr-FR" err="1"/>
            </a:p>
          </p:txBody>
        </p:sp>
        <p:sp>
          <p:nvSpPr>
            <p:cNvPr id="86" name="Oval 85">
              <a:extLst>
                <a:ext uri="{FF2B5EF4-FFF2-40B4-BE49-F238E27FC236}">
                  <a16:creationId xmlns:a16="http://schemas.microsoft.com/office/drawing/2014/main" id="{2228D93D-EBA0-71EB-6D0B-C7302BBE6F4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202320" y="2143775"/>
              <a:ext cx="108000" cy="1080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fr-FR" err="1"/>
            </a:p>
          </p:txBody>
        </p:sp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07B7CD6B-29A8-5622-CFB0-40490A0B495F}"/>
              </a:ext>
            </a:extLst>
          </p:cNvPr>
          <p:cNvGrpSpPr/>
          <p:nvPr/>
        </p:nvGrpSpPr>
        <p:grpSpPr>
          <a:xfrm>
            <a:off x="8147687" y="3993473"/>
            <a:ext cx="676960" cy="108000"/>
            <a:chOff x="7633360" y="2143775"/>
            <a:chExt cx="676960" cy="108000"/>
          </a:xfrm>
        </p:grpSpPr>
        <p:sp>
          <p:nvSpPr>
            <p:cNvPr id="88" name="Oval 87">
              <a:extLst>
                <a:ext uri="{FF2B5EF4-FFF2-40B4-BE49-F238E27FC236}">
                  <a16:creationId xmlns:a16="http://schemas.microsoft.com/office/drawing/2014/main" id="{04C01E19-664C-A5D5-6E07-6F3E177769E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633360" y="2143775"/>
              <a:ext cx="108000" cy="108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fr-FR" err="1"/>
            </a:p>
          </p:txBody>
        </p:sp>
        <p:sp>
          <p:nvSpPr>
            <p:cNvPr id="89" name="Oval 88">
              <a:extLst>
                <a:ext uri="{FF2B5EF4-FFF2-40B4-BE49-F238E27FC236}">
                  <a16:creationId xmlns:a16="http://schemas.microsoft.com/office/drawing/2014/main" id="{3BD76B5A-D69C-6FDB-B59A-AABC117FED6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775600" y="2143775"/>
              <a:ext cx="108000" cy="108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fr-FR" err="1"/>
            </a:p>
          </p:txBody>
        </p:sp>
        <p:sp>
          <p:nvSpPr>
            <p:cNvPr id="90" name="Oval 89">
              <a:extLst>
                <a:ext uri="{FF2B5EF4-FFF2-40B4-BE49-F238E27FC236}">
                  <a16:creationId xmlns:a16="http://schemas.microsoft.com/office/drawing/2014/main" id="{C5195E57-4484-1F5C-BD91-B975B7DDD46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917840" y="2143775"/>
              <a:ext cx="108000" cy="108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fr-FR" err="1"/>
            </a:p>
          </p:txBody>
        </p:sp>
        <p:sp>
          <p:nvSpPr>
            <p:cNvPr id="91" name="Oval 90">
              <a:extLst>
                <a:ext uri="{FF2B5EF4-FFF2-40B4-BE49-F238E27FC236}">
                  <a16:creationId xmlns:a16="http://schemas.microsoft.com/office/drawing/2014/main" id="{C0259B5E-E8C6-2A8B-F531-6D9573F105F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060080" y="2143775"/>
              <a:ext cx="108000" cy="1080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fr-FR" err="1"/>
            </a:p>
          </p:txBody>
        </p:sp>
        <p:sp>
          <p:nvSpPr>
            <p:cNvPr id="92" name="Oval 91">
              <a:extLst>
                <a:ext uri="{FF2B5EF4-FFF2-40B4-BE49-F238E27FC236}">
                  <a16:creationId xmlns:a16="http://schemas.microsoft.com/office/drawing/2014/main" id="{F57ABB0E-6494-CE17-8804-4A3305FDBBE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202320" y="2143775"/>
              <a:ext cx="108000" cy="1080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fr-FR" err="1"/>
            </a:p>
          </p:txBody>
        </p:sp>
      </p:grpSp>
      <p:grpSp>
        <p:nvGrpSpPr>
          <p:cNvPr id="159" name="Group 158">
            <a:extLst>
              <a:ext uri="{FF2B5EF4-FFF2-40B4-BE49-F238E27FC236}">
                <a16:creationId xmlns:a16="http://schemas.microsoft.com/office/drawing/2014/main" id="{61BD8125-E028-15C2-2E7E-D6359B2EEB57}"/>
              </a:ext>
            </a:extLst>
          </p:cNvPr>
          <p:cNvGrpSpPr/>
          <p:nvPr/>
        </p:nvGrpSpPr>
        <p:grpSpPr>
          <a:xfrm>
            <a:off x="9406018" y="2180600"/>
            <a:ext cx="676960" cy="108000"/>
            <a:chOff x="7633360" y="2143775"/>
            <a:chExt cx="676960" cy="108000"/>
          </a:xfrm>
        </p:grpSpPr>
        <p:sp>
          <p:nvSpPr>
            <p:cNvPr id="181" name="Oval 180">
              <a:extLst>
                <a:ext uri="{FF2B5EF4-FFF2-40B4-BE49-F238E27FC236}">
                  <a16:creationId xmlns:a16="http://schemas.microsoft.com/office/drawing/2014/main" id="{2005F785-66E6-7163-7EEB-A564220F528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633360" y="2143775"/>
              <a:ext cx="108000" cy="108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fr-FR" err="1"/>
            </a:p>
          </p:txBody>
        </p:sp>
        <p:sp>
          <p:nvSpPr>
            <p:cNvPr id="185" name="Oval 184">
              <a:extLst>
                <a:ext uri="{FF2B5EF4-FFF2-40B4-BE49-F238E27FC236}">
                  <a16:creationId xmlns:a16="http://schemas.microsoft.com/office/drawing/2014/main" id="{698F5DB1-1E5A-C621-8E0B-A66EE2F1BFC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775600" y="2143775"/>
              <a:ext cx="108000" cy="108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fr-FR" err="1"/>
            </a:p>
          </p:txBody>
        </p:sp>
        <p:sp>
          <p:nvSpPr>
            <p:cNvPr id="186" name="Oval 185">
              <a:extLst>
                <a:ext uri="{FF2B5EF4-FFF2-40B4-BE49-F238E27FC236}">
                  <a16:creationId xmlns:a16="http://schemas.microsoft.com/office/drawing/2014/main" id="{5D6F4E0C-1946-59B7-B36C-0C7CDE784FB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917840" y="2143775"/>
              <a:ext cx="108000" cy="108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fr-FR" err="1"/>
            </a:p>
          </p:txBody>
        </p:sp>
        <p:sp>
          <p:nvSpPr>
            <p:cNvPr id="187" name="Oval 186">
              <a:extLst>
                <a:ext uri="{FF2B5EF4-FFF2-40B4-BE49-F238E27FC236}">
                  <a16:creationId xmlns:a16="http://schemas.microsoft.com/office/drawing/2014/main" id="{E221DBED-EF2A-6CEF-61DD-A898C66968D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060080" y="2143775"/>
              <a:ext cx="108000" cy="108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fr-FR" err="1"/>
            </a:p>
          </p:txBody>
        </p:sp>
        <p:sp>
          <p:nvSpPr>
            <p:cNvPr id="191" name="Oval 190">
              <a:extLst>
                <a:ext uri="{FF2B5EF4-FFF2-40B4-BE49-F238E27FC236}">
                  <a16:creationId xmlns:a16="http://schemas.microsoft.com/office/drawing/2014/main" id="{F47B4C9C-8915-7A53-E441-D6C3B1C3F54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202320" y="2143775"/>
              <a:ext cx="108000" cy="108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fr-FR" err="1"/>
            </a:p>
          </p:txBody>
        </p:sp>
      </p:grpSp>
      <p:grpSp>
        <p:nvGrpSpPr>
          <p:cNvPr id="192" name="Group 191">
            <a:extLst>
              <a:ext uri="{FF2B5EF4-FFF2-40B4-BE49-F238E27FC236}">
                <a16:creationId xmlns:a16="http://schemas.microsoft.com/office/drawing/2014/main" id="{D4016864-E0FA-BC4D-5863-76C4BC30B9FF}"/>
              </a:ext>
            </a:extLst>
          </p:cNvPr>
          <p:cNvGrpSpPr/>
          <p:nvPr/>
        </p:nvGrpSpPr>
        <p:grpSpPr>
          <a:xfrm>
            <a:off x="9406018" y="2449184"/>
            <a:ext cx="676960" cy="108000"/>
            <a:chOff x="7633360" y="2143775"/>
            <a:chExt cx="676960" cy="108000"/>
          </a:xfrm>
        </p:grpSpPr>
        <p:sp>
          <p:nvSpPr>
            <p:cNvPr id="193" name="Oval 192">
              <a:extLst>
                <a:ext uri="{FF2B5EF4-FFF2-40B4-BE49-F238E27FC236}">
                  <a16:creationId xmlns:a16="http://schemas.microsoft.com/office/drawing/2014/main" id="{2DAC12B1-8FB3-33C3-4DAB-99326B6F815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633360" y="2143775"/>
              <a:ext cx="108000" cy="108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fr-FR" err="1"/>
            </a:p>
          </p:txBody>
        </p:sp>
        <p:sp>
          <p:nvSpPr>
            <p:cNvPr id="203" name="Oval 202">
              <a:extLst>
                <a:ext uri="{FF2B5EF4-FFF2-40B4-BE49-F238E27FC236}">
                  <a16:creationId xmlns:a16="http://schemas.microsoft.com/office/drawing/2014/main" id="{AD4DC252-4A1B-5284-9629-C7403334AC2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775600" y="2143775"/>
              <a:ext cx="108000" cy="108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fr-FR" err="1"/>
            </a:p>
          </p:txBody>
        </p:sp>
        <p:sp>
          <p:nvSpPr>
            <p:cNvPr id="204" name="Oval 203">
              <a:extLst>
                <a:ext uri="{FF2B5EF4-FFF2-40B4-BE49-F238E27FC236}">
                  <a16:creationId xmlns:a16="http://schemas.microsoft.com/office/drawing/2014/main" id="{0D68FF7D-48A6-0463-1168-8F5AABE2961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917840" y="2143775"/>
              <a:ext cx="108000" cy="108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fr-FR" err="1"/>
            </a:p>
          </p:txBody>
        </p:sp>
        <p:sp>
          <p:nvSpPr>
            <p:cNvPr id="205" name="Oval 204">
              <a:extLst>
                <a:ext uri="{FF2B5EF4-FFF2-40B4-BE49-F238E27FC236}">
                  <a16:creationId xmlns:a16="http://schemas.microsoft.com/office/drawing/2014/main" id="{EB8E9EEE-EBEF-6C38-61EA-7D6DEE94C97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060080" y="2143775"/>
              <a:ext cx="108000" cy="108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fr-FR" err="1"/>
            </a:p>
          </p:txBody>
        </p:sp>
        <p:sp>
          <p:nvSpPr>
            <p:cNvPr id="206" name="Oval 205">
              <a:extLst>
                <a:ext uri="{FF2B5EF4-FFF2-40B4-BE49-F238E27FC236}">
                  <a16:creationId xmlns:a16="http://schemas.microsoft.com/office/drawing/2014/main" id="{F9704770-86C8-D89C-F870-540C2D50CF2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202320" y="2143775"/>
              <a:ext cx="108000" cy="1080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fr-FR" err="1"/>
            </a:p>
          </p:txBody>
        </p:sp>
      </p:grpSp>
      <p:grpSp>
        <p:nvGrpSpPr>
          <p:cNvPr id="207" name="Group 206">
            <a:extLst>
              <a:ext uri="{FF2B5EF4-FFF2-40B4-BE49-F238E27FC236}">
                <a16:creationId xmlns:a16="http://schemas.microsoft.com/office/drawing/2014/main" id="{66B910F9-4B08-AABE-1106-1264D3F2230F}"/>
              </a:ext>
            </a:extLst>
          </p:cNvPr>
          <p:cNvGrpSpPr/>
          <p:nvPr/>
        </p:nvGrpSpPr>
        <p:grpSpPr>
          <a:xfrm>
            <a:off x="9406018" y="2717768"/>
            <a:ext cx="676960" cy="108000"/>
            <a:chOff x="7633360" y="2143775"/>
            <a:chExt cx="676960" cy="108000"/>
          </a:xfrm>
        </p:grpSpPr>
        <p:sp>
          <p:nvSpPr>
            <p:cNvPr id="208" name="Oval 207">
              <a:extLst>
                <a:ext uri="{FF2B5EF4-FFF2-40B4-BE49-F238E27FC236}">
                  <a16:creationId xmlns:a16="http://schemas.microsoft.com/office/drawing/2014/main" id="{16015A00-E0F2-F798-2017-1BBBA8CB32F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633360" y="2143775"/>
              <a:ext cx="108000" cy="108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fr-FR" err="1"/>
            </a:p>
          </p:txBody>
        </p:sp>
        <p:sp>
          <p:nvSpPr>
            <p:cNvPr id="209" name="Oval 208">
              <a:extLst>
                <a:ext uri="{FF2B5EF4-FFF2-40B4-BE49-F238E27FC236}">
                  <a16:creationId xmlns:a16="http://schemas.microsoft.com/office/drawing/2014/main" id="{6660DA96-B93B-FEDF-EA16-A33C6965982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775600" y="2143775"/>
              <a:ext cx="108000" cy="108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fr-FR" err="1"/>
            </a:p>
          </p:txBody>
        </p:sp>
        <p:sp>
          <p:nvSpPr>
            <p:cNvPr id="210" name="Oval 209">
              <a:extLst>
                <a:ext uri="{FF2B5EF4-FFF2-40B4-BE49-F238E27FC236}">
                  <a16:creationId xmlns:a16="http://schemas.microsoft.com/office/drawing/2014/main" id="{9E3DF0AF-7DB0-F9ED-C0E0-589E2FC6E0E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917840" y="2143775"/>
              <a:ext cx="108000" cy="1080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fr-FR" err="1"/>
            </a:p>
          </p:txBody>
        </p:sp>
        <p:sp>
          <p:nvSpPr>
            <p:cNvPr id="211" name="Oval 210">
              <a:extLst>
                <a:ext uri="{FF2B5EF4-FFF2-40B4-BE49-F238E27FC236}">
                  <a16:creationId xmlns:a16="http://schemas.microsoft.com/office/drawing/2014/main" id="{6C2C65E8-5EF5-9536-CAA0-C066E44654C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060080" y="2143775"/>
              <a:ext cx="108000" cy="1080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fr-FR" err="1"/>
            </a:p>
          </p:txBody>
        </p:sp>
        <p:sp>
          <p:nvSpPr>
            <p:cNvPr id="213" name="Oval 212">
              <a:extLst>
                <a:ext uri="{FF2B5EF4-FFF2-40B4-BE49-F238E27FC236}">
                  <a16:creationId xmlns:a16="http://schemas.microsoft.com/office/drawing/2014/main" id="{25AC89C8-285B-37C4-0481-82408F51A7D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202320" y="2143775"/>
              <a:ext cx="108000" cy="1080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fr-FR" err="1"/>
            </a:p>
          </p:txBody>
        </p:sp>
      </p:grpSp>
      <p:grpSp>
        <p:nvGrpSpPr>
          <p:cNvPr id="214" name="Group 213">
            <a:extLst>
              <a:ext uri="{FF2B5EF4-FFF2-40B4-BE49-F238E27FC236}">
                <a16:creationId xmlns:a16="http://schemas.microsoft.com/office/drawing/2014/main" id="{8183510B-3627-05AB-4578-E5CC9D8AEA08}"/>
              </a:ext>
            </a:extLst>
          </p:cNvPr>
          <p:cNvGrpSpPr/>
          <p:nvPr/>
        </p:nvGrpSpPr>
        <p:grpSpPr>
          <a:xfrm>
            <a:off x="9406018" y="2986352"/>
            <a:ext cx="676960" cy="108000"/>
            <a:chOff x="7633360" y="2143775"/>
            <a:chExt cx="676960" cy="108000"/>
          </a:xfrm>
        </p:grpSpPr>
        <p:sp>
          <p:nvSpPr>
            <p:cNvPr id="216" name="Oval 215">
              <a:extLst>
                <a:ext uri="{FF2B5EF4-FFF2-40B4-BE49-F238E27FC236}">
                  <a16:creationId xmlns:a16="http://schemas.microsoft.com/office/drawing/2014/main" id="{7B98E57D-5156-C8BA-1A7A-7002A447BBD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633360" y="2143775"/>
              <a:ext cx="108000" cy="108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fr-FR" err="1"/>
            </a:p>
          </p:txBody>
        </p:sp>
        <p:sp>
          <p:nvSpPr>
            <p:cNvPr id="217" name="Oval 216">
              <a:extLst>
                <a:ext uri="{FF2B5EF4-FFF2-40B4-BE49-F238E27FC236}">
                  <a16:creationId xmlns:a16="http://schemas.microsoft.com/office/drawing/2014/main" id="{232C241A-CD74-4744-D622-C291E86C325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775600" y="2143775"/>
              <a:ext cx="108000" cy="108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fr-FR" err="1"/>
            </a:p>
          </p:txBody>
        </p:sp>
        <p:sp>
          <p:nvSpPr>
            <p:cNvPr id="218" name="Oval 217">
              <a:extLst>
                <a:ext uri="{FF2B5EF4-FFF2-40B4-BE49-F238E27FC236}">
                  <a16:creationId xmlns:a16="http://schemas.microsoft.com/office/drawing/2014/main" id="{E8C63CF9-B7D2-A6F1-2669-EDC996E3A57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917840" y="2143775"/>
              <a:ext cx="108000" cy="108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fr-FR" err="1"/>
            </a:p>
          </p:txBody>
        </p:sp>
        <p:sp>
          <p:nvSpPr>
            <p:cNvPr id="219" name="Oval 218">
              <a:extLst>
                <a:ext uri="{FF2B5EF4-FFF2-40B4-BE49-F238E27FC236}">
                  <a16:creationId xmlns:a16="http://schemas.microsoft.com/office/drawing/2014/main" id="{0E76D2F7-A51D-A4B6-30A9-5ADA6DBBA50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060080" y="2143775"/>
              <a:ext cx="108000" cy="108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fr-FR" err="1"/>
            </a:p>
          </p:txBody>
        </p:sp>
        <p:sp>
          <p:nvSpPr>
            <p:cNvPr id="220" name="Oval 219">
              <a:extLst>
                <a:ext uri="{FF2B5EF4-FFF2-40B4-BE49-F238E27FC236}">
                  <a16:creationId xmlns:a16="http://schemas.microsoft.com/office/drawing/2014/main" id="{D28D90CB-F06C-CDB8-2F38-AB6A0C6B780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202320" y="2143775"/>
              <a:ext cx="108000" cy="1080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fr-FR" err="1"/>
            </a:p>
          </p:txBody>
        </p:sp>
      </p:grpSp>
      <p:grpSp>
        <p:nvGrpSpPr>
          <p:cNvPr id="233" name="Group 232">
            <a:extLst>
              <a:ext uri="{FF2B5EF4-FFF2-40B4-BE49-F238E27FC236}">
                <a16:creationId xmlns:a16="http://schemas.microsoft.com/office/drawing/2014/main" id="{4AD1FF21-0167-229C-88D2-5880EB37990D}"/>
              </a:ext>
            </a:extLst>
          </p:cNvPr>
          <p:cNvGrpSpPr/>
          <p:nvPr/>
        </p:nvGrpSpPr>
        <p:grpSpPr>
          <a:xfrm>
            <a:off x="9403060" y="3254936"/>
            <a:ext cx="676960" cy="108000"/>
            <a:chOff x="7633360" y="2143775"/>
            <a:chExt cx="676960" cy="108000"/>
          </a:xfrm>
        </p:grpSpPr>
        <p:sp>
          <p:nvSpPr>
            <p:cNvPr id="234" name="Oval 233">
              <a:extLst>
                <a:ext uri="{FF2B5EF4-FFF2-40B4-BE49-F238E27FC236}">
                  <a16:creationId xmlns:a16="http://schemas.microsoft.com/office/drawing/2014/main" id="{6C3049D9-3C1B-0046-E335-5236AB21034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633360" y="2143775"/>
              <a:ext cx="108000" cy="108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fr-FR" err="1"/>
            </a:p>
          </p:txBody>
        </p:sp>
        <p:sp>
          <p:nvSpPr>
            <p:cNvPr id="235" name="Oval 234">
              <a:extLst>
                <a:ext uri="{FF2B5EF4-FFF2-40B4-BE49-F238E27FC236}">
                  <a16:creationId xmlns:a16="http://schemas.microsoft.com/office/drawing/2014/main" id="{726C012C-8FCF-BF7F-9227-F1F8C8FA878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775600" y="2143775"/>
              <a:ext cx="108000" cy="108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fr-FR" err="1"/>
            </a:p>
          </p:txBody>
        </p:sp>
        <p:sp>
          <p:nvSpPr>
            <p:cNvPr id="236" name="Oval 235">
              <a:extLst>
                <a:ext uri="{FF2B5EF4-FFF2-40B4-BE49-F238E27FC236}">
                  <a16:creationId xmlns:a16="http://schemas.microsoft.com/office/drawing/2014/main" id="{048AFAEF-E247-0132-6BA9-3AF005F57E0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917840" y="2143775"/>
              <a:ext cx="108000" cy="108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fr-FR" err="1"/>
            </a:p>
          </p:txBody>
        </p:sp>
        <p:sp>
          <p:nvSpPr>
            <p:cNvPr id="237" name="Oval 236">
              <a:extLst>
                <a:ext uri="{FF2B5EF4-FFF2-40B4-BE49-F238E27FC236}">
                  <a16:creationId xmlns:a16="http://schemas.microsoft.com/office/drawing/2014/main" id="{8ABD00BA-0550-8AAE-5530-AA6E34652BB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060080" y="2143775"/>
              <a:ext cx="108000" cy="1080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fr-FR" err="1"/>
            </a:p>
          </p:txBody>
        </p:sp>
        <p:sp>
          <p:nvSpPr>
            <p:cNvPr id="238" name="Oval 237">
              <a:extLst>
                <a:ext uri="{FF2B5EF4-FFF2-40B4-BE49-F238E27FC236}">
                  <a16:creationId xmlns:a16="http://schemas.microsoft.com/office/drawing/2014/main" id="{10DE3CC4-08B2-0E94-57E9-D6A9A74C717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202320" y="2143775"/>
              <a:ext cx="108000" cy="1080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fr-FR" err="1"/>
            </a:p>
          </p:txBody>
        </p:sp>
      </p:grpSp>
      <p:grpSp>
        <p:nvGrpSpPr>
          <p:cNvPr id="245" name="Group 244">
            <a:extLst>
              <a:ext uri="{FF2B5EF4-FFF2-40B4-BE49-F238E27FC236}">
                <a16:creationId xmlns:a16="http://schemas.microsoft.com/office/drawing/2014/main" id="{DBE4E1F9-7E18-78CA-EF1A-924AA0814E14}"/>
              </a:ext>
            </a:extLst>
          </p:cNvPr>
          <p:cNvGrpSpPr/>
          <p:nvPr/>
        </p:nvGrpSpPr>
        <p:grpSpPr>
          <a:xfrm>
            <a:off x="9414783" y="3452135"/>
            <a:ext cx="676960" cy="108000"/>
            <a:chOff x="7633360" y="2143775"/>
            <a:chExt cx="676960" cy="108000"/>
          </a:xfrm>
        </p:grpSpPr>
        <p:sp>
          <p:nvSpPr>
            <p:cNvPr id="246" name="Oval 245">
              <a:extLst>
                <a:ext uri="{FF2B5EF4-FFF2-40B4-BE49-F238E27FC236}">
                  <a16:creationId xmlns:a16="http://schemas.microsoft.com/office/drawing/2014/main" id="{7F00BE72-7A0A-3A76-9E09-C1C3355AAFD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633360" y="2143775"/>
              <a:ext cx="108000" cy="108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fr-FR" err="1"/>
            </a:p>
          </p:txBody>
        </p:sp>
        <p:sp>
          <p:nvSpPr>
            <p:cNvPr id="247" name="Oval 246">
              <a:extLst>
                <a:ext uri="{FF2B5EF4-FFF2-40B4-BE49-F238E27FC236}">
                  <a16:creationId xmlns:a16="http://schemas.microsoft.com/office/drawing/2014/main" id="{C5BB8BD4-09E6-B8DA-BE17-F1C30689EA8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775600" y="2143775"/>
              <a:ext cx="108000" cy="108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fr-FR" err="1"/>
            </a:p>
          </p:txBody>
        </p:sp>
        <p:sp>
          <p:nvSpPr>
            <p:cNvPr id="248" name="Oval 247">
              <a:extLst>
                <a:ext uri="{FF2B5EF4-FFF2-40B4-BE49-F238E27FC236}">
                  <a16:creationId xmlns:a16="http://schemas.microsoft.com/office/drawing/2014/main" id="{163E911A-3C26-9D49-1A32-1702E6B6DD6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917840" y="2143775"/>
              <a:ext cx="108000" cy="108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fr-FR" err="1"/>
            </a:p>
          </p:txBody>
        </p:sp>
        <p:sp>
          <p:nvSpPr>
            <p:cNvPr id="249" name="Oval 248">
              <a:extLst>
                <a:ext uri="{FF2B5EF4-FFF2-40B4-BE49-F238E27FC236}">
                  <a16:creationId xmlns:a16="http://schemas.microsoft.com/office/drawing/2014/main" id="{9881E179-3D88-A029-DCA3-2515AABEED8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060080" y="2143775"/>
              <a:ext cx="108000" cy="1080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fr-FR" err="1"/>
            </a:p>
          </p:txBody>
        </p:sp>
        <p:sp>
          <p:nvSpPr>
            <p:cNvPr id="250" name="Oval 249">
              <a:extLst>
                <a:ext uri="{FF2B5EF4-FFF2-40B4-BE49-F238E27FC236}">
                  <a16:creationId xmlns:a16="http://schemas.microsoft.com/office/drawing/2014/main" id="{C6018435-90DE-2823-53B9-F82BAF108A6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202320" y="2143775"/>
              <a:ext cx="108000" cy="1080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fr-FR" err="1"/>
            </a:p>
          </p:txBody>
        </p:sp>
      </p:grpSp>
      <p:grpSp>
        <p:nvGrpSpPr>
          <p:cNvPr id="251" name="Group 250">
            <a:extLst>
              <a:ext uri="{FF2B5EF4-FFF2-40B4-BE49-F238E27FC236}">
                <a16:creationId xmlns:a16="http://schemas.microsoft.com/office/drawing/2014/main" id="{B8EF20C5-CF97-811D-EE5D-618DF78A4115}"/>
              </a:ext>
            </a:extLst>
          </p:cNvPr>
          <p:cNvGrpSpPr/>
          <p:nvPr/>
        </p:nvGrpSpPr>
        <p:grpSpPr>
          <a:xfrm>
            <a:off x="9414783" y="3720719"/>
            <a:ext cx="676960" cy="108000"/>
            <a:chOff x="7633360" y="2143775"/>
            <a:chExt cx="676960" cy="108000"/>
          </a:xfrm>
        </p:grpSpPr>
        <p:sp>
          <p:nvSpPr>
            <p:cNvPr id="252" name="Oval 251">
              <a:extLst>
                <a:ext uri="{FF2B5EF4-FFF2-40B4-BE49-F238E27FC236}">
                  <a16:creationId xmlns:a16="http://schemas.microsoft.com/office/drawing/2014/main" id="{3FD1CCF1-9DE1-94C4-31DE-8548A5CA29A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633360" y="2143775"/>
              <a:ext cx="108000" cy="108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fr-FR" err="1"/>
            </a:p>
          </p:txBody>
        </p:sp>
        <p:sp>
          <p:nvSpPr>
            <p:cNvPr id="253" name="Oval 252">
              <a:extLst>
                <a:ext uri="{FF2B5EF4-FFF2-40B4-BE49-F238E27FC236}">
                  <a16:creationId xmlns:a16="http://schemas.microsoft.com/office/drawing/2014/main" id="{5C1B556C-4D5A-B140-120F-1578F07CEF8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775600" y="2143775"/>
              <a:ext cx="108000" cy="108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fr-FR" err="1"/>
            </a:p>
          </p:txBody>
        </p:sp>
        <p:sp>
          <p:nvSpPr>
            <p:cNvPr id="254" name="Oval 253">
              <a:extLst>
                <a:ext uri="{FF2B5EF4-FFF2-40B4-BE49-F238E27FC236}">
                  <a16:creationId xmlns:a16="http://schemas.microsoft.com/office/drawing/2014/main" id="{7C23EDC1-C354-5DA3-A758-4823E6E6BB8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917840" y="2143775"/>
              <a:ext cx="108000" cy="108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fr-FR" err="1"/>
            </a:p>
          </p:txBody>
        </p:sp>
        <p:sp>
          <p:nvSpPr>
            <p:cNvPr id="255" name="Oval 254">
              <a:extLst>
                <a:ext uri="{FF2B5EF4-FFF2-40B4-BE49-F238E27FC236}">
                  <a16:creationId xmlns:a16="http://schemas.microsoft.com/office/drawing/2014/main" id="{9467130B-22A1-AC8D-44B5-77E0E295859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060080" y="2143775"/>
              <a:ext cx="108000" cy="108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fr-FR" err="1"/>
            </a:p>
          </p:txBody>
        </p:sp>
        <p:sp>
          <p:nvSpPr>
            <p:cNvPr id="256" name="Oval 255">
              <a:extLst>
                <a:ext uri="{FF2B5EF4-FFF2-40B4-BE49-F238E27FC236}">
                  <a16:creationId xmlns:a16="http://schemas.microsoft.com/office/drawing/2014/main" id="{42850F8F-96E2-6AD6-7DC0-5C9A2C2F2B6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202320" y="2143775"/>
              <a:ext cx="108000" cy="108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fr-FR" err="1"/>
            </a:p>
          </p:txBody>
        </p:sp>
      </p:grpSp>
      <p:grpSp>
        <p:nvGrpSpPr>
          <p:cNvPr id="257" name="Group 256">
            <a:extLst>
              <a:ext uri="{FF2B5EF4-FFF2-40B4-BE49-F238E27FC236}">
                <a16:creationId xmlns:a16="http://schemas.microsoft.com/office/drawing/2014/main" id="{6A583358-5782-718E-9951-BAA270D09655}"/>
              </a:ext>
            </a:extLst>
          </p:cNvPr>
          <p:cNvGrpSpPr/>
          <p:nvPr/>
        </p:nvGrpSpPr>
        <p:grpSpPr>
          <a:xfrm>
            <a:off x="9414783" y="3989304"/>
            <a:ext cx="676960" cy="108000"/>
            <a:chOff x="7633360" y="2143775"/>
            <a:chExt cx="676960" cy="108000"/>
          </a:xfrm>
        </p:grpSpPr>
        <p:sp>
          <p:nvSpPr>
            <p:cNvPr id="258" name="Oval 257">
              <a:extLst>
                <a:ext uri="{FF2B5EF4-FFF2-40B4-BE49-F238E27FC236}">
                  <a16:creationId xmlns:a16="http://schemas.microsoft.com/office/drawing/2014/main" id="{FF8D472B-EE6E-EF5A-62A0-C6091CBEB40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633360" y="2143775"/>
              <a:ext cx="108000" cy="108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fr-FR" err="1"/>
            </a:p>
          </p:txBody>
        </p:sp>
        <p:sp>
          <p:nvSpPr>
            <p:cNvPr id="259" name="Oval 258">
              <a:extLst>
                <a:ext uri="{FF2B5EF4-FFF2-40B4-BE49-F238E27FC236}">
                  <a16:creationId xmlns:a16="http://schemas.microsoft.com/office/drawing/2014/main" id="{B18E655F-E5E8-5678-2447-51CBAA0518D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775600" y="2143775"/>
              <a:ext cx="108000" cy="1080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fr-FR" err="1"/>
            </a:p>
          </p:txBody>
        </p:sp>
        <p:sp>
          <p:nvSpPr>
            <p:cNvPr id="260" name="Oval 259">
              <a:extLst>
                <a:ext uri="{FF2B5EF4-FFF2-40B4-BE49-F238E27FC236}">
                  <a16:creationId xmlns:a16="http://schemas.microsoft.com/office/drawing/2014/main" id="{37D457C7-C1E1-E1AE-76AC-E1E738E10CB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917840" y="2143775"/>
              <a:ext cx="108000" cy="1080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fr-FR" err="1"/>
            </a:p>
          </p:txBody>
        </p:sp>
        <p:sp>
          <p:nvSpPr>
            <p:cNvPr id="261" name="Oval 260">
              <a:extLst>
                <a:ext uri="{FF2B5EF4-FFF2-40B4-BE49-F238E27FC236}">
                  <a16:creationId xmlns:a16="http://schemas.microsoft.com/office/drawing/2014/main" id="{A7DB0385-1861-54A6-2DF7-380580C5C5A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060080" y="2143775"/>
              <a:ext cx="108000" cy="1080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fr-FR" err="1"/>
            </a:p>
          </p:txBody>
        </p:sp>
        <p:sp>
          <p:nvSpPr>
            <p:cNvPr id="262" name="Oval 261">
              <a:extLst>
                <a:ext uri="{FF2B5EF4-FFF2-40B4-BE49-F238E27FC236}">
                  <a16:creationId xmlns:a16="http://schemas.microsoft.com/office/drawing/2014/main" id="{D2B6B9D7-3B2D-1CD1-868D-62DFB177688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202320" y="2143775"/>
              <a:ext cx="108000" cy="1080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fr-FR" err="1"/>
            </a:p>
          </p:txBody>
        </p:sp>
      </p:grpSp>
      <p:grpSp>
        <p:nvGrpSpPr>
          <p:cNvPr id="265" name="Group 264">
            <a:extLst>
              <a:ext uri="{FF2B5EF4-FFF2-40B4-BE49-F238E27FC236}">
                <a16:creationId xmlns:a16="http://schemas.microsoft.com/office/drawing/2014/main" id="{84821F70-75E1-E9C6-3E67-46B04A0AF027}"/>
              </a:ext>
            </a:extLst>
          </p:cNvPr>
          <p:cNvGrpSpPr/>
          <p:nvPr/>
        </p:nvGrpSpPr>
        <p:grpSpPr>
          <a:xfrm>
            <a:off x="10781165" y="2180600"/>
            <a:ext cx="676960" cy="108000"/>
            <a:chOff x="7633360" y="2143775"/>
            <a:chExt cx="676960" cy="108000"/>
          </a:xfrm>
        </p:grpSpPr>
        <p:sp>
          <p:nvSpPr>
            <p:cNvPr id="326" name="Oval 325">
              <a:extLst>
                <a:ext uri="{FF2B5EF4-FFF2-40B4-BE49-F238E27FC236}">
                  <a16:creationId xmlns:a16="http://schemas.microsoft.com/office/drawing/2014/main" id="{065D6D8E-AED5-A1BF-BF0D-4402FF4926F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633360" y="2143775"/>
              <a:ext cx="108000" cy="108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fr-FR" err="1"/>
            </a:p>
          </p:txBody>
        </p:sp>
        <p:sp>
          <p:nvSpPr>
            <p:cNvPr id="327" name="Oval 326">
              <a:extLst>
                <a:ext uri="{FF2B5EF4-FFF2-40B4-BE49-F238E27FC236}">
                  <a16:creationId xmlns:a16="http://schemas.microsoft.com/office/drawing/2014/main" id="{C48B9590-BF8E-60D5-4035-B6175C823EF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775600" y="2143775"/>
              <a:ext cx="108000" cy="108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fr-FR" err="1"/>
            </a:p>
          </p:txBody>
        </p:sp>
        <p:sp>
          <p:nvSpPr>
            <p:cNvPr id="328" name="Oval 327">
              <a:extLst>
                <a:ext uri="{FF2B5EF4-FFF2-40B4-BE49-F238E27FC236}">
                  <a16:creationId xmlns:a16="http://schemas.microsoft.com/office/drawing/2014/main" id="{90A1C15D-E69A-F892-6CA6-2E083F2627D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917840" y="2143775"/>
              <a:ext cx="108000" cy="108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fr-FR" err="1"/>
            </a:p>
          </p:txBody>
        </p:sp>
        <p:sp>
          <p:nvSpPr>
            <p:cNvPr id="329" name="Oval 328">
              <a:extLst>
                <a:ext uri="{FF2B5EF4-FFF2-40B4-BE49-F238E27FC236}">
                  <a16:creationId xmlns:a16="http://schemas.microsoft.com/office/drawing/2014/main" id="{96F4C57F-3D93-98C5-1173-E48E17FB692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060080" y="2143775"/>
              <a:ext cx="108000" cy="108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fr-FR" err="1"/>
            </a:p>
          </p:txBody>
        </p:sp>
        <p:sp>
          <p:nvSpPr>
            <p:cNvPr id="330" name="Oval 329">
              <a:extLst>
                <a:ext uri="{FF2B5EF4-FFF2-40B4-BE49-F238E27FC236}">
                  <a16:creationId xmlns:a16="http://schemas.microsoft.com/office/drawing/2014/main" id="{724130C9-9174-D9DD-074A-9AFEDE6A38A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202320" y="2143775"/>
              <a:ext cx="108000" cy="1080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fr-FR" err="1"/>
            </a:p>
          </p:txBody>
        </p:sp>
      </p:grpSp>
      <p:grpSp>
        <p:nvGrpSpPr>
          <p:cNvPr id="266" name="Group 265">
            <a:extLst>
              <a:ext uri="{FF2B5EF4-FFF2-40B4-BE49-F238E27FC236}">
                <a16:creationId xmlns:a16="http://schemas.microsoft.com/office/drawing/2014/main" id="{8EB50504-6038-CA90-5A47-44460910F7F3}"/>
              </a:ext>
            </a:extLst>
          </p:cNvPr>
          <p:cNvGrpSpPr/>
          <p:nvPr/>
        </p:nvGrpSpPr>
        <p:grpSpPr>
          <a:xfrm>
            <a:off x="10781165" y="2449184"/>
            <a:ext cx="676960" cy="108000"/>
            <a:chOff x="7633360" y="2143775"/>
            <a:chExt cx="676960" cy="108000"/>
          </a:xfrm>
        </p:grpSpPr>
        <p:sp>
          <p:nvSpPr>
            <p:cNvPr id="321" name="Oval 320">
              <a:extLst>
                <a:ext uri="{FF2B5EF4-FFF2-40B4-BE49-F238E27FC236}">
                  <a16:creationId xmlns:a16="http://schemas.microsoft.com/office/drawing/2014/main" id="{52A8366F-3FFD-70FA-EAC1-7A222A6921C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633360" y="2143775"/>
              <a:ext cx="108000" cy="108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fr-FR" err="1"/>
            </a:p>
          </p:txBody>
        </p:sp>
        <p:sp>
          <p:nvSpPr>
            <p:cNvPr id="322" name="Oval 321">
              <a:extLst>
                <a:ext uri="{FF2B5EF4-FFF2-40B4-BE49-F238E27FC236}">
                  <a16:creationId xmlns:a16="http://schemas.microsoft.com/office/drawing/2014/main" id="{FC64897A-2F47-DEBC-940C-5746F7287A7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775600" y="2143775"/>
              <a:ext cx="108000" cy="1080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fr-FR" err="1"/>
            </a:p>
          </p:txBody>
        </p:sp>
        <p:sp>
          <p:nvSpPr>
            <p:cNvPr id="323" name="Oval 322">
              <a:extLst>
                <a:ext uri="{FF2B5EF4-FFF2-40B4-BE49-F238E27FC236}">
                  <a16:creationId xmlns:a16="http://schemas.microsoft.com/office/drawing/2014/main" id="{CB3D612C-BFEB-BE05-8C19-C74D4100475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917840" y="2143775"/>
              <a:ext cx="108000" cy="1080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fr-FR" err="1"/>
            </a:p>
          </p:txBody>
        </p:sp>
        <p:sp>
          <p:nvSpPr>
            <p:cNvPr id="324" name="Oval 323">
              <a:extLst>
                <a:ext uri="{FF2B5EF4-FFF2-40B4-BE49-F238E27FC236}">
                  <a16:creationId xmlns:a16="http://schemas.microsoft.com/office/drawing/2014/main" id="{1440AD62-CA28-0EEB-17B7-1029A7262B8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060080" y="2143775"/>
              <a:ext cx="108000" cy="1080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fr-FR" err="1"/>
            </a:p>
          </p:txBody>
        </p:sp>
        <p:sp>
          <p:nvSpPr>
            <p:cNvPr id="325" name="Oval 324">
              <a:extLst>
                <a:ext uri="{FF2B5EF4-FFF2-40B4-BE49-F238E27FC236}">
                  <a16:creationId xmlns:a16="http://schemas.microsoft.com/office/drawing/2014/main" id="{13BD188E-1DAB-E63C-FDE6-C7A83A994FF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202320" y="2143775"/>
              <a:ext cx="108000" cy="1080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fr-FR" err="1"/>
            </a:p>
          </p:txBody>
        </p:sp>
      </p:grpSp>
      <p:grpSp>
        <p:nvGrpSpPr>
          <p:cNvPr id="267" name="Group 266">
            <a:extLst>
              <a:ext uri="{FF2B5EF4-FFF2-40B4-BE49-F238E27FC236}">
                <a16:creationId xmlns:a16="http://schemas.microsoft.com/office/drawing/2014/main" id="{3AA33FB5-3E7B-00F2-2D5B-7FD134B7C965}"/>
              </a:ext>
            </a:extLst>
          </p:cNvPr>
          <p:cNvGrpSpPr/>
          <p:nvPr/>
        </p:nvGrpSpPr>
        <p:grpSpPr>
          <a:xfrm>
            <a:off x="10781165" y="2717768"/>
            <a:ext cx="676960" cy="108000"/>
            <a:chOff x="7633360" y="2143775"/>
            <a:chExt cx="676960" cy="108000"/>
          </a:xfrm>
        </p:grpSpPr>
        <p:sp>
          <p:nvSpPr>
            <p:cNvPr id="316" name="Oval 315">
              <a:extLst>
                <a:ext uri="{FF2B5EF4-FFF2-40B4-BE49-F238E27FC236}">
                  <a16:creationId xmlns:a16="http://schemas.microsoft.com/office/drawing/2014/main" id="{AE8ECEC3-FEAC-AB67-5D20-7ABA82EA10C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633360" y="2143775"/>
              <a:ext cx="108000" cy="108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fr-FR" err="1"/>
            </a:p>
          </p:txBody>
        </p:sp>
        <p:sp>
          <p:nvSpPr>
            <p:cNvPr id="317" name="Oval 316">
              <a:extLst>
                <a:ext uri="{FF2B5EF4-FFF2-40B4-BE49-F238E27FC236}">
                  <a16:creationId xmlns:a16="http://schemas.microsoft.com/office/drawing/2014/main" id="{517D413F-1709-D54F-C485-1AC7F60D0F7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775600" y="2143775"/>
              <a:ext cx="108000" cy="108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fr-FR" err="1"/>
            </a:p>
          </p:txBody>
        </p:sp>
        <p:sp>
          <p:nvSpPr>
            <p:cNvPr id="318" name="Oval 317">
              <a:extLst>
                <a:ext uri="{FF2B5EF4-FFF2-40B4-BE49-F238E27FC236}">
                  <a16:creationId xmlns:a16="http://schemas.microsoft.com/office/drawing/2014/main" id="{40A320AC-1D8A-76D6-EAA4-137E25F303F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917840" y="2143775"/>
              <a:ext cx="108000" cy="1080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fr-FR" err="1"/>
            </a:p>
          </p:txBody>
        </p:sp>
        <p:sp>
          <p:nvSpPr>
            <p:cNvPr id="319" name="Oval 318">
              <a:extLst>
                <a:ext uri="{FF2B5EF4-FFF2-40B4-BE49-F238E27FC236}">
                  <a16:creationId xmlns:a16="http://schemas.microsoft.com/office/drawing/2014/main" id="{FE02EB99-F441-E312-BC6D-339B1496300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060080" y="2143775"/>
              <a:ext cx="108000" cy="1080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fr-FR" err="1"/>
            </a:p>
          </p:txBody>
        </p:sp>
        <p:sp>
          <p:nvSpPr>
            <p:cNvPr id="320" name="Oval 319">
              <a:extLst>
                <a:ext uri="{FF2B5EF4-FFF2-40B4-BE49-F238E27FC236}">
                  <a16:creationId xmlns:a16="http://schemas.microsoft.com/office/drawing/2014/main" id="{02B94403-3A04-483F-6776-E74B345C026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202320" y="2143775"/>
              <a:ext cx="108000" cy="1080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fr-FR" err="1"/>
            </a:p>
          </p:txBody>
        </p:sp>
      </p:grpSp>
      <p:grpSp>
        <p:nvGrpSpPr>
          <p:cNvPr id="268" name="Group 267">
            <a:extLst>
              <a:ext uri="{FF2B5EF4-FFF2-40B4-BE49-F238E27FC236}">
                <a16:creationId xmlns:a16="http://schemas.microsoft.com/office/drawing/2014/main" id="{41E94510-06C4-9914-774C-4BDCAE2EEAB1}"/>
              </a:ext>
            </a:extLst>
          </p:cNvPr>
          <p:cNvGrpSpPr/>
          <p:nvPr/>
        </p:nvGrpSpPr>
        <p:grpSpPr>
          <a:xfrm>
            <a:off x="10781165" y="2986352"/>
            <a:ext cx="676960" cy="108000"/>
            <a:chOff x="7633360" y="2143775"/>
            <a:chExt cx="676960" cy="108000"/>
          </a:xfrm>
        </p:grpSpPr>
        <p:sp>
          <p:nvSpPr>
            <p:cNvPr id="311" name="Oval 310">
              <a:extLst>
                <a:ext uri="{FF2B5EF4-FFF2-40B4-BE49-F238E27FC236}">
                  <a16:creationId xmlns:a16="http://schemas.microsoft.com/office/drawing/2014/main" id="{86FDA59E-479B-B1D0-AA3C-0663603CF14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633360" y="2143775"/>
              <a:ext cx="108000" cy="108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fr-FR" err="1"/>
            </a:p>
          </p:txBody>
        </p:sp>
        <p:sp>
          <p:nvSpPr>
            <p:cNvPr id="312" name="Oval 311">
              <a:extLst>
                <a:ext uri="{FF2B5EF4-FFF2-40B4-BE49-F238E27FC236}">
                  <a16:creationId xmlns:a16="http://schemas.microsoft.com/office/drawing/2014/main" id="{162839B0-7FE3-01EF-D2A1-C8E254A67C8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775600" y="2143775"/>
              <a:ext cx="108000" cy="108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fr-FR" err="1"/>
            </a:p>
          </p:txBody>
        </p:sp>
        <p:sp>
          <p:nvSpPr>
            <p:cNvPr id="313" name="Oval 312">
              <a:extLst>
                <a:ext uri="{FF2B5EF4-FFF2-40B4-BE49-F238E27FC236}">
                  <a16:creationId xmlns:a16="http://schemas.microsoft.com/office/drawing/2014/main" id="{DEDA6275-CCB7-5D9C-A626-E46C99252F3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917840" y="2143775"/>
              <a:ext cx="108000" cy="1080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fr-FR" err="1"/>
            </a:p>
          </p:txBody>
        </p:sp>
        <p:sp>
          <p:nvSpPr>
            <p:cNvPr id="314" name="Oval 313">
              <a:extLst>
                <a:ext uri="{FF2B5EF4-FFF2-40B4-BE49-F238E27FC236}">
                  <a16:creationId xmlns:a16="http://schemas.microsoft.com/office/drawing/2014/main" id="{F64C95C1-BC84-24DB-5D3E-8A7AB6D3A46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060080" y="2143775"/>
              <a:ext cx="108000" cy="1080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fr-FR" err="1"/>
            </a:p>
          </p:txBody>
        </p:sp>
        <p:sp>
          <p:nvSpPr>
            <p:cNvPr id="315" name="Oval 314">
              <a:extLst>
                <a:ext uri="{FF2B5EF4-FFF2-40B4-BE49-F238E27FC236}">
                  <a16:creationId xmlns:a16="http://schemas.microsoft.com/office/drawing/2014/main" id="{8E920AED-21E4-DCE4-C598-4003AFDAE01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202320" y="2143775"/>
              <a:ext cx="108000" cy="1080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fr-FR" err="1"/>
            </a:p>
          </p:txBody>
        </p:sp>
      </p:grpSp>
      <p:grpSp>
        <p:nvGrpSpPr>
          <p:cNvPr id="271" name="Group 270">
            <a:extLst>
              <a:ext uri="{FF2B5EF4-FFF2-40B4-BE49-F238E27FC236}">
                <a16:creationId xmlns:a16="http://schemas.microsoft.com/office/drawing/2014/main" id="{8C48DEFC-6891-1AA2-F365-3DF969DE078A}"/>
              </a:ext>
            </a:extLst>
          </p:cNvPr>
          <p:cNvGrpSpPr/>
          <p:nvPr/>
        </p:nvGrpSpPr>
        <p:grpSpPr>
          <a:xfrm>
            <a:off x="10778207" y="3254936"/>
            <a:ext cx="676960" cy="108000"/>
            <a:chOff x="7633360" y="2143775"/>
            <a:chExt cx="676960" cy="108000"/>
          </a:xfrm>
        </p:grpSpPr>
        <p:sp>
          <p:nvSpPr>
            <p:cNvPr id="296" name="Oval 295">
              <a:extLst>
                <a:ext uri="{FF2B5EF4-FFF2-40B4-BE49-F238E27FC236}">
                  <a16:creationId xmlns:a16="http://schemas.microsoft.com/office/drawing/2014/main" id="{345B840C-93E8-AA30-6235-47186AB9C16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633360" y="2143775"/>
              <a:ext cx="108000" cy="108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fr-FR" err="1"/>
            </a:p>
          </p:txBody>
        </p:sp>
        <p:sp>
          <p:nvSpPr>
            <p:cNvPr id="297" name="Oval 296">
              <a:extLst>
                <a:ext uri="{FF2B5EF4-FFF2-40B4-BE49-F238E27FC236}">
                  <a16:creationId xmlns:a16="http://schemas.microsoft.com/office/drawing/2014/main" id="{D8EA4A7E-E2D4-C0AE-BD86-BA9B0ED8392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775600" y="2143775"/>
              <a:ext cx="108000" cy="108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fr-FR" err="1"/>
            </a:p>
          </p:txBody>
        </p:sp>
        <p:sp>
          <p:nvSpPr>
            <p:cNvPr id="298" name="Oval 297">
              <a:extLst>
                <a:ext uri="{FF2B5EF4-FFF2-40B4-BE49-F238E27FC236}">
                  <a16:creationId xmlns:a16="http://schemas.microsoft.com/office/drawing/2014/main" id="{4F797C6E-9678-CBF5-C057-B7705E03134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917840" y="2143775"/>
              <a:ext cx="108000" cy="1080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fr-FR" err="1"/>
            </a:p>
          </p:txBody>
        </p:sp>
        <p:sp>
          <p:nvSpPr>
            <p:cNvPr id="299" name="Oval 298">
              <a:extLst>
                <a:ext uri="{FF2B5EF4-FFF2-40B4-BE49-F238E27FC236}">
                  <a16:creationId xmlns:a16="http://schemas.microsoft.com/office/drawing/2014/main" id="{AB825640-8B4A-4426-FAC6-D92ACDE2A60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060080" y="2143775"/>
              <a:ext cx="108000" cy="1080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fr-FR" err="1"/>
            </a:p>
          </p:txBody>
        </p:sp>
        <p:sp>
          <p:nvSpPr>
            <p:cNvPr id="300" name="Oval 299">
              <a:extLst>
                <a:ext uri="{FF2B5EF4-FFF2-40B4-BE49-F238E27FC236}">
                  <a16:creationId xmlns:a16="http://schemas.microsoft.com/office/drawing/2014/main" id="{AECFE362-F7E3-D52E-8B64-9C8A9C2683D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202320" y="2143775"/>
              <a:ext cx="108000" cy="1080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fr-FR" err="1"/>
            </a:p>
          </p:txBody>
        </p:sp>
      </p:grpSp>
      <p:grpSp>
        <p:nvGrpSpPr>
          <p:cNvPr id="273" name="Group 272">
            <a:extLst>
              <a:ext uri="{FF2B5EF4-FFF2-40B4-BE49-F238E27FC236}">
                <a16:creationId xmlns:a16="http://schemas.microsoft.com/office/drawing/2014/main" id="{299BC93B-DDBE-FC39-8065-9ABC111FE814}"/>
              </a:ext>
            </a:extLst>
          </p:cNvPr>
          <p:cNvGrpSpPr/>
          <p:nvPr/>
        </p:nvGrpSpPr>
        <p:grpSpPr>
          <a:xfrm>
            <a:off x="10789930" y="3452135"/>
            <a:ext cx="676960" cy="108000"/>
            <a:chOff x="7633360" y="2143775"/>
            <a:chExt cx="676960" cy="108000"/>
          </a:xfrm>
        </p:grpSpPr>
        <p:sp>
          <p:nvSpPr>
            <p:cNvPr id="286" name="Oval 285">
              <a:extLst>
                <a:ext uri="{FF2B5EF4-FFF2-40B4-BE49-F238E27FC236}">
                  <a16:creationId xmlns:a16="http://schemas.microsoft.com/office/drawing/2014/main" id="{A11C17F6-CDF8-E88B-0E1C-0F07EEA23A8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633360" y="2143775"/>
              <a:ext cx="108000" cy="108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fr-FR" err="1"/>
            </a:p>
          </p:txBody>
        </p:sp>
        <p:sp>
          <p:nvSpPr>
            <p:cNvPr id="287" name="Oval 286">
              <a:extLst>
                <a:ext uri="{FF2B5EF4-FFF2-40B4-BE49-F238E27FC236}">
                  <a16:creationId xmlns:a16="http://schemas.microsoft.com/office/drawing/2014/main" id="{274CD89B-9B6B-F483-FC71-BA6C7FD4C97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775600" y="2143775"/>
              <a:ext cx="108000" cy="108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fr-FR" err="1"/>
            </a:p>
          </p:txBody>
        </p:sp>
        <p:sp>
          <p:nvSpPr>
            <p:cNvPr id="288" name="Oval 287">
              <a:extLst>
                <a:ext uri="{FF2B5EF4-FFF2-40B4-BE49-F238E27FC236}">
                  <a16:creationId xmlns:a16="http://schemas.microsoft.com/office/drawing/2014/main" id="{3DC784F3-99B5-2FA1-AC44-2D7D41F59DD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917840" y="2143775"/>
              <a:ext cx="108000" cy="108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fr-FR" err="1"/>
            </a:p>
          </p:txBody>
        </p:sp>
        <p:sp>
          <p:nvSpPr>
            <p:cNvPr id="289" name="Oval 288">
              <a:extLst>
                <a:ext uri="{FF2B5EF4-FFF2-40B4-BE49-F238E27FC236}">
                  <a16:creationId xmlns:a16="http://schemas.microsoft.com/office/drawing/2014/main" id="{DC6402D1-CF4C-BEE8-499E-8C570464EDE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060080" y="2143775"/>
              <a:ext cx="108000" cy="1080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fr-FR" err="1"/>
            </a:p>
          </p:txBody>
        </p:sp>
        <p:sp>
          <p:nvSpPr>
            <p:cNvPr id="290" name="Oval 289">
              <a:extLst>
                <a:ext uri="{FF2B5EF4-FFF2-40B4-BE49-F238E27FC236}">
                  <a16:creationId xmlns:a16="http://schemas.microsoft.com/office/drawing/2014/main" id="{B024C033-6BED-7FC3-30C0-096AAD9FA54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202320" y="2143775"/>
              <a:ext cx="108000" cy="1080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fr-FR" err="1"/>
            </a:p>
          </p:txBody>
        </p:sp>
      </p:grpSp>
      <p:grpSp>
        <p:nvGrpSpPr>
          <p:cNvPr id="274" name="Group 273">
            <a:extLst>
              <a:ext uri="{FF2B5EF4-FFF2-40B4-BE49-F238E27FC236}">
                <a16:creationId xmlns:a16="http://schemas.microsoft.com/office/drawing/2014/main" id="{525353E8-EC72-434B-B898-317151F70A32}"/>
              </a:ext>
            </a:extLst>
          </p:cNvPr>
          <p:cNvGrpSpPr/>
          <p:nvPr/>
        </p:nvGrpSpPr>
        <p:grpSpPr>
          <a:xfrm>
            <a:off x="10789930" y="3720719"/>
            <a:ext cx="676960" cy="108000"/>
            <a:chOff x="7633360" y="2143775"/>
            <a:chExt cx="676960" cy="108000"/>
          </a:xfrm>
        </p:grpSpPr>
        <p:sp>
          <p:nvSpPr>
            <p:cNvPr id="281" name="Oval 280">
              <a:extLst>
                <a:ext uri="{FF2B5EF4-FFF2-40B4-BE49-F238E27FC236}">
                  <a16:creationId xmlns:a16="http://schemas.microsoft.com/office/drawing/2014/main" id="{00C6B443-4D06-C34D-1EDC-049F3275C09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633360" y="2143775"/>
              <a:ext cx="108000" cy="108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fr-FR" err="1"/>
            </a:p>
          </p:txBody>
        </p:sp>
        <p:sp>
          <p:nvSpPr>
            <p:cNvPr id="282" name="Oval 281">
              <a:extLst>
                <a:ext uri="{FF2B5EF4-FFF2-40B4-BE49-F238E27FC236}">
                  <a16:creationId xmlns:a16="http://schemas.microsoft.com/office/drawing/2014/main" id="{9EE3F6AF-2727-37B9-972E-92DC7E75CB0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775600" y="2143775"/>
              <a:ext cx="108000" cy="1080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fr-FR" err="1"/>
            </a:p>
          </p:txBody>
        </p:sp>
        <p:sp>
          <p:nvSpPr>
            <p:cNvPr id="283" name="Oval 282">
              <a:extLst>
                <a:ext uri="{FF2B5EF4-FFF2-40B4-BE49-F238E27FC236}">
                  <a16:creationId xmlns:a16="http://schemas.microsoft.com/office/drawing/2014/main" id="{49F4F1DB-0CC1-3A7F-10E3-F1965988F3A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917840" y="2143775"/>
              <a:ext cx="108000" cy="1080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fr-FR" err="1"/>
            </a:p>
          </p:txBody>
        </p:sp>
        <p:sp>
          <p:nvSpPr>
            <p:cNvPr id="284" name="Oval 283">
              <a:extLst>
                <a:ext uri="{FF2B5EF4-FFF2-40B4-BE49-F238E27FC236}">
                  <a16:creationId xmlns:a16="http://schemas.microsoft.com/office/drawing/2014/main" id="{623D23BC-FA54-B74D-9AE4-BAD87C8B24D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060080" y="2143775"/>
              <a:ext cx="108000" cy="1080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fr-FR" err="1"/>
            </a:p>
          </p:txBody>
        </p:sp>
        <p:sp>
          <p:nvSpPr>
            <p:cNvPr id="285" name="Oval 284">
              <a:extLst>
                <a:ext uri="{FF2B5EF4-FFF2-40B4-BE49-F238E27FC236}">
                  <a16:creationId xmlns:a16="http://schemas.microsoft.com/office/drawing/2014/main" id="{49414B2C-568E-3281-E800-A054E5580AC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202320" y="2143775"/>
              <a:ext cx="108000" cy="1080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fr-FR" err="1"/>
            </a:p>
          </p:txBody>
        </p:sp>
      </p:grpSp>
      <p:grpSp>
        <p:nvGrpSpPr>
          <p:cNvPr id="275" name="Group 274">
            <a:extLst>
              <a:ext uri="{FF2B5EF4-FFF2-40B4-BE49-F238E27FC236}">
                <a16:creationId xmlns:a16="http://schemas.microsoft.com/office/drawing/2014/main" id="{596027FF-11ED-0A6D-FDCA-BEE42004B8BE}"/>
              </a:ext>
            </a:extLst>
          </p:cNvPr>
          <p:cNvGrpSpPr/>
          <p:nvPr/>
        </p:nvGrpSpPr>
        <p:grpSpPr>
          <a:xfrm>
            <a:off x="10789930" y="3989304"/>
            <a:ext cx="676960" cy="108000"/>
            <a:chOff x="7633360" y="2143775"/>
            <a:chExt cx="676960" cy="108000"/>
          </a:xfrm>
        </p:grpSpPr>
        <p:sp>
          <p:nvSpPr>
            <p:cNvPr id="276" name="Oval 275">
              <a:extLst>
                <a:ext uri="{FF2B5EF4-FFF2-40B4-BE49-F238E27FC236}">
                  <a16:creationId xmlns:a16="http://schemas.microsoft.com/office/drawing/2014/main" id="{3A032CB5-8BDF-D611-C5F8-3C87C2468FB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633360" y="2143775"/>
              <a:ext cx="108000" cy="108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fr-FR" err="1"/>
            </a:p>
          </p:txBody>
        </p:sp>
        <p:sp>
          <p:nvSpPr>
            <p:cNvPr id="277" name="Oval 276">
              <a:extLst>
                <a:ext uri="{FF2B5EF4-FFF2-40B4-BE49-F238E27FC236}">
                  <a16:creationId xmlns:a16="http://schemas.microsoft.com/office/drawing/2014/main" id="{C98AC27B-3D85-A3AB-ED7D-225BAEE3867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775600" y="2143775"/>
              <a:ext cx="108000" cy="108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fr-FR" err="1"/>
            </a:p>
          </p:txBody>
        </p:sp>
        <p:sp>
          <p:nvSpPr>
            <p:cNvPr id="278" name="Oval 277">
              <a:extLst>
                <a:ext uri="{FF2B5EF4-FFF2-40B4-BE49-F238E27FC236}">
                  <a16:creationId xmlns:a16="http://schemas.microsoft.com/office/drawing/2014/main" id="{6B687147-8628-7B40-42E9-76CE688F61B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917840" y="2143775"/>
              <a:ext cx="108000" cy="108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fr-FR" err="1"/>
            </a:p>
          </p:txBody>
        </p:sp>
        <p:sp>
          <p:nvSpPr>
            <p:cNvPr id="279" name="Oval 278">
              <a:extLst>
                <a:ext uri="{FF2B5EF4-FFF2-40B4-BE49-F238E27FC236}">
                  <a16:creationId xmlns:a16="http://schemas.microsoft.com/office/drawing/2014/main" id="{059957DA-294E-CBBC-69F4-1EC06FB928C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060080" y="2143775"/>
              <a:ext cx="108000" cy="108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fr-FR" err="1"/>
            </a:p>
          </p:txBody>
        </p:sp>
        <p:sp>
          <p:nvSpPr>
            <p:cNvPr id="280" name="Oval 279">
              <a:extLst>
                <a:ext uri="{FF2B5EF4-FFF2-40B4-BE49-F238E27FC236}">
                  <a16:creationId xmlns:a16="http://schemas.microsoft.com/office/drawing/2014/main" id="{38F9A359-F7E4-E140-02EB-B4F3C886F2A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202320" y="2143775"/>
              <a:ext cx="108000" cy="108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fr-FR" err="1"/>
            </a:p>
          </p:txBody>
        </p:sp>
      </p:grpSp>
      <p:graphicFrame>
        <p:nvGraphicFramePr>
          <p:cNvPr id="337" name="Chart 336">
            <a:extLst>
              <a:ext uri="{FF2B5EF4-FFF2-40B4-BE49-F238E27FC236}">
                <a16:creationId xmlns:a16="http://schemas.microsoft.com/office/drawing/2014/main" id="{2A7674E8-EAE3-0124-A83C-697CCF8DE64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75246163"/>
              </p:ext>
            </p:extLst>
          </p:nvPr>
        </p:nvGraphicFramePr>
        <p:xfrm>
          <a:off x="300130" y="1303090"/>
          <a:ext cx="4995802" cy="45452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39" name="Rectangle: Rounded Corners 338">
            <a:extLst>
              <a:ext uri="{FF2B5EF4-FFF2-40B4-BE49-F238E27FC236}">
                <a16:creationId xmlns:a16="http://schemas.microsoft.com/office/drawing/2014/main" id="{E13F6C33-E55F-13B0-E8F6-35B311A9C209}"/>
              </a:ext>
            </a:extLst>
          </p:cNvPr>
          <p:cNvSpPr/>
          <p:nvPr/>
        </p:nvSpPr>
        <p:spPr>
          <a:xfrm>
            <a:off x="6723344" y="3183474"/>
            <a:ext cx="360000" cy="150460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r>
              <a:rPr lang="fr-FR" sz="700">
                <a:solidFill>
                  <a:schemeClr val="accent2"/>
                </a:solidFill>
              </a:rPr>
              <a:t>GB</a:t>
            </a:r>
          </a:p>
        </p:txBody>
      </p:sp>
      <p:sp>
        <p:nvSpPr>
          <p:cNvPr id="340" name="Rectangle: Rounded Corners 339">
            <a:extLst>
              <a:ext uri="{FF2B5EF4-FFF2-40B4-BE49-F238E27FC236}">
                <a16:creationId xmlns:a16="http://schemas.microsoft.com/office/drawing/2014/main" id="{371E5935-A1C4-52F6-1D8D-F9E69A694B0C}"/>
              </a:ext>
            </a:extLst>
          </p:cNvPr>
          <p:cNvSpPr/>
          <p:nvPr/>
        </p:nvSpPr>
        <p:spPr>
          <a:xfrm>
            <a:off x="7144666" y="3716874"/>
            <a:ext cx="360000" cy="150460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r>
              <a:rPr lang="fr-FR" sz="700">
                <a:solidFill>
                  <a:schemeClr val="accent2"/>
                </a:solidFill>
              </a:rPr>
              <a:t>FR</a:t>
            </a:r>
          </a:p>
        </p:txBody>
      </p:sp>
    </p:spTree>
    <p:extLst>
      <p:ext uri="{BB962C8B-B14F-4D97-AF65-F5344CB8AC3E}">
        <p14:creationId xmlns:p14="http://schemas.microsoft.com/office/powerpoint/2010/main" val="20194751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33</Words>
  <Application>Microsoft Office PowerPoint</Application>
  <PresentationFormat>Widescreen</PresentationFormat>
  <Paragraphs>16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0" baseType="lpstr">
      <vt:lpstr>Aptos</vt:lpstr>
      <vt:lpstr>Aptos Display</vt:lpstr>
      <vt:lpstr>Arial</vt:lpstr>
      <vt:lpstr>Graphik Black</vt:lpstr>
      <vt:lpstr>Graphik-Light</vt:lpstr>
      <vt:lpstr>Graphik-Medium</vt:lpstr>
      <vt:lpstr>Graphik-Semibold</vt:lpstr>
      <vt:lpstr>Graphik-SemiboldItalic</vt:lpstr>
      <vt:lpstr>Office Theme</vt:lpstr>
      <vt:lpstr>Des experts outils sur les 3 dimensions de la délinquance financière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Ben Khedher, Ibtihel</dc:creator>
  <cp:lastModifiedBy>Ben Khedher, Ibtihel</cp:lastModifiedBy>
  <cp:revision>2</cp:revision>
  <dcterms:created xsi:type="dcterms:W3CDTF">2026-06-17T08:24:16Z</dcterms:created>
  <dcterms:modified xsi:type="dcterms:W3CDTF">2026-06-17T08:25:19Z</dcterms:modified>
</cp:coreProperties>
</file>